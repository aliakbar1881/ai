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sldIdLst>
    <p:sldId id="470" r:id="rId2"/>
    <p:sldId id="461" r:id="rId3"/>
    <p:sldId id="462" r:id="rId4"/>
    <p:sldId id="463" r:id="rId5"/>
    <p:sldId id="464" r:id="rId6"/>
    <p:sldId id="466" r:id="rId7"/>
    <p:sldId id="465" r:id="rId8"/>
    <p:sldId id="467" r:id="rId9"/>
    <p:sldId id="475" r:id="rId10"/>
    <p:sldId id="468" r:id="rId11"/>
    <p:sldId id="469" r:id="rId12"/>
    <p:sldId id="476" r:id="rId13"/>
    <p:sldId id="480" r:id="rId14"/>
    <p:sldId id="477" r:id="rId15"/>
    <p:sldId id="481" r:id="rId16"/>
    <p:sldId id="485" r:id="rId17"/>
    <p:sldId id="482" r:id="rId18"/>
    <p:sldId id="483" r:id="rId19"/>
    <p:sldId id="484" r:id="rId20"/>
    <p:sldId id="486" r:id="rId21"/>
    <p:sldId id="495" r:id="rId22"/>
    <p:sldId id="487" r:id="rId23"/>
    <p:sldId id="488" r:id="rId24"/>
    <p:sldId id="491" r:id="rId25"/>
    <p:sldId id="492" r:id="rId26"/>
    <p:sldId id="493" r:id="rId27"/>
    <p:sldId id="494" r:id="rId28"/>
  </p:sldIdLst>
  <p:sldSz cx="12192000" cy="6858000"/>
  <p:notesSz cx="6858000" cy="9144000"/>
  <p:embeddedFontLst>
    <p:embeddedFont>
      <p:font typeface="B Titr" panose="00000700000000000000" pitchFamily="2" charset="-78"/>
      <p:bold r:id="rId30"/>
    </p:embeddedFont>
    <p:embeddedFont>
      <p:font typeface="Shabnam" panose="020B0603030804020204" pitchFamily="34" charset="-78"/>
      <p:regular r:id="rId31"/>
      <p:bold r:id="rId32"/>
    </p:embeddedFont>
  </p:embeddedFontLst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B76DE488-CD77-4246-B838-199DE57B9662}">
          <p14:sldIdLst>
            <p14:sldId id="470"/>
            <p14:sldId id="461"/>
            <p14:sldId id="462"/>
            <p14:sldId id="463"/>
            <p14:sldId id="464"/>
            <p14:sldId id="466"/>
            <p14:sldId id="465"/>
            <p14:sldId id="467"/>
            <p14:sldId id="475"/>
            <p14:sldId id="468"/>
            <p14:sldId id="469"/>
            <p14:sldId id="476"/>
            <p14:sldId id="480"/>
            <p14:sldId id="477"/>
            <p14:sldId id="481"/>
            <p14:sldId id="485"/>
            <p14:sldId id="482"/>
            <p14:sldId id="483"/>
            <p14:sldId id="484"/>
            <p14:sldId id="486"/>
            <p14:sldId id="495"/>
            <p14:sldId id="487"/>
            <p14:sldId id="488"/>
            <p14:sldId id="491"/>
            <p14:sldId id="492"/>
            <p14:sldId id="493"/>
            <p14:sldId id="4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9933FF"/>
    <a:srgbClr val="5600AE"/>
    <a:srgbClr val="870080"/>
    <a:srgbClr val="3D00C0"/>
    <a:srgbClr val="263238"/>
    <a:srgbClr val="68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7" autoAdjust="0"/>
    <p:restoredTop sz="85897" autoAdjust="0"/>
  </p:normalViewPr>
  <p:slideViewPr>
    <p:cSldViewPr snapToGrid="0">
      <p:cViewPr varScale="1">
        <p:scale>
          <a:sx n="54" d="100"/>
          <a:sy n="54" d="100"/>
        </p:scale>
        <p:origin x="10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396483E9-4E99-45C1-918A-7C6C48AE352F}" type="datetimeFigureOut">
              <a:rPr lang="fa-IR" smtClean="0"/>
              <a:t>29/09/1446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90B63F4-7608-4A1C-9B7E-75C3D12A982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3559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2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02815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3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72733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6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425431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7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36196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10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7535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11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87710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12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18185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13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23076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14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135203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15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52227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16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0721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17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70585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18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55191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19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66795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20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92011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21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38043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22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935241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23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53449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24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068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25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098939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26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80552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B63F4-7608-4A1C-9B7E-75C3D12A9825}" type="slidenum">
              <a:rPr lang="fa-IR" smtClean="0"/>
              <a:t>27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1777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اسلاید اصلی">
    <p:bg>
      <p:bgPr>
        <a:gradFill>
          <a:gsLst>
            <a:gs pos="0">
              <a:srgbClr val="3D00C0"/>
            </a:gs>
            <a:gs pos="37000">
              <a:srgbClr val="5600AE"/>
            </a:gs>
            <a:gs pos="69000">
              <a:srgbClr val="680099"/>
            </a:gs>
            <a:gs pos="100000">
              <a:srgbClr val="870080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2FE065-2BC1-E6EA-49AC-607B94F9436F}"/>
              </a:ext>
            </a:extLst>
          </p:cNvPr>
          <p:cNvSpPr/>
          <p:nvPr userDrawn="1"/>
        </p:nvSpPr>
        <p:spPr>
          <a:xfrm>
            <a:off x="458724" y="457200"/>
            <a:ext cx="11274552" cy="5943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016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6B0F750-9735-C016-F34E-88059BAC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089" y="5922183"/>
            <a:ext cx="534219" cy="365125"/>
          </a:xfrm>
        </p:spPr>
        <p:txBody>
          <a:bodyPr/>
          <a:lstStyle>
            <a:lvl1pPr algn="ctr" rtl="1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BBAFEDD-564D-4777-BFE6-BEAE81D98DB3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FA0E81-B7B4-F6B3-EC91-995A7782CF0C}"/>
              </a:ext>
            </a:extLst>
          </p:cNvPr>
          <p:cNvSpPr/>
          <p:nvPr userDrawn="1"/>
        </p:nvSpPr>
        <p:spPr>
          <a:xfrm>
            <a:off x="581089" y="5922182"/>
            <a:ext cx="534219" cy="365125"/>
          </a:xfrm>
          <a:prstGeom prst="round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7169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اسلاید خا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89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B587-C0D8-F3CE-4AED-7D3B9953A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97C66-C7E4-636E-C667-F1EE25EAD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70C72-0A74-115B-1711-C242B932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A7BA9-DCB4-5317-F7B3-96B18473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10B2D-1843-C0D3-086F-0C4D207C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1411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1B1A-2FB4-EC33-F57D-84B624D3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52019-99B3-622F-2ECE-D70592C25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5F538-4308-6995-13D8-F0D2B04F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C0B11-2BC2-1C18-C8E8-96A1B2FC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EB14-693F-1767-1FD1-26262BED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6452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2B55-B17A-E46B-AD5D-5A08AD143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BFC05-79EC-FE89-5FF1-FBF6AD0D6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0605F-2980-BFDC-5ADA-9146B2D9B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0DF4B-0BE2-67E2-CB4E-0B167B26A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5F46F-BECB-A693-3ABC-FD0E30E34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0145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2B88-ADD0-D6C7-8E29-F664BFC9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18FBC-9C5B-C10B-EF8A-23FD509C1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4450D-35BB-7F3E-8170-26AAE5CC1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9B205-96DD-B656-D031-045029F6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E5062-B83A-1489-5960-89BCFD09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7F2E2-BBA5-BA79-A486-CC07F6A2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5563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A3F6-7A99-B1E5-0E0E-3C828E81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A3CBF-0143-1519-8804-BB08EAA90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1FDC2-5209-FD85-84A1-31A6390CA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DEC24-BDCE-9EFA-0070-9A335CA6B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3E017-353C-7BC1-7E4F-FFAAE5CED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63E0E-AA86-79E8-481F-C60673DD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74C5F-402D-84FD-33D1-AEC66579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7E6A75-5DDA-2A96-FAB7-C21557A8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7759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A9F6-6B6B-079B-31B7-3A4E7D1F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F6260-A9F7-5A16-89CE-649A4F3C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EAC4D-05E2-20BC-AADB-0359E6DA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B95E2-1EBC-AB4F-C5D1-23F6245CC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5832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D58C-F50E-64C3-76A5-FD2437F4F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8318D-AD2B-F6CE-70EC-DF60DDF2D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199D2-4AB5-798D-7821-3364E2446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7F557-79A6-B3B6-C188-F4D14BB9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0E40A-B321-EF09-EE1E-9CE89722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688B1-24B6-FAFA-4EB1-D1596868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4108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E519-891D-D9B1-9154-A8938BE7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39868-CC78-DC81-EE41-537504A56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E63F5-20F1-1D76-4206-659295589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E271B-BB92-1F87-F15E-DB1390EBB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318A2-5E21-90EC-119C-1D5ABAE4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E921E-0077-DB29-2255-DF69BB7A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757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BAB6-1DCD-D2F9-B21D-FCD89582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51ECD-43F0-1B91-E010-9619B697C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E7F6F-3354-3738-1376-852D74F0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F4BB5-DC39-54A0-1E5F-9ED4B339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895E1-420A-29D4-BF37-4D0CE5F5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6301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4D041-2882-72FE-A172-08F4A358F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EC252-7739-673A-A308-B82E83567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E304E-875C-CE91-53A9-10092CBAE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472DC-C74B-B178-8488-AD7DF5D9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5F9F5-71F3-7893-F2A9-006A07F1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2468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DF98C-9FA4-0600-DFE4-621670B8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354E6-FE89-0584-C693-470DABF27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E00D-DA7A-782F-D989-A40728F6D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2E007-EEE3-5C67-C198-E22502BD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99046-150B-7924-BA94-33E939291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AFEDD-564D-4777-BFE6-BEAE81D98DB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1067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lu-explain.github.io/neural-networks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PNG بسم الله الرحمن الرحیم شماره 19 - Bismillah PNG Number 19">
            <a:extLst>
              <a:ext uri="{FF2B5EF4-FFF2-40B4-BE49-F238E27FC236}">
                <a16:creationId xmlns:a16="http://schemas.microsoft.com/office/drawing/2014/main" id="{49E0B41E-A4CD-4BE0-2F77-CB6936BFD4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91" b="26332"/>
          <a:stretch/>
        </p:blipFill>
        <p:spPr bwMode="auto">
          <a:xfrm>
            <a:off x="2244627" y="1337420"/>
            <a:ext cx="7702746" cy="357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BBE9B6-F74D-76F1-FB47-971BBC6A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2114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7A7284-25DF-3B26-340F-923A1E6AB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2</a:t>
            </a:fld>
            <a:endParaRPr lang="fa-IR" dirty="0"/>
          </a:p>
        </p:txBody>
      </p:sp>
      <p:pic>
        <p:nvPicPr>
          <p:cNvPr id="19" name="Picture 18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E3D268BC-E26A-DF1C-3C6C-3D91C7CFC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98" y="1402215"/>
            <a:ext cx="4905375" cy="4619625"/>
          </a:xfrm>
          <a:prstGeom prst="rect">
            <a:avLst/>
          </a:prstGeom>
        </p:spPr>
      </p:pic>
      <p:pic>
        <p:nvPicPr>
          <p:cNvPr id="3" name="Picture 2" descr="تعریف یادگیری عمیق از نظر جف هینتون چیست">
            <a:extLst>
              <a:ext uri="{FF2B5EF4-FFF2-40B4-BE49-F238E27FC236}">
                <a16:creationId xmlns:a16="http://schemas.microsoft.com/office/drawing/2014/main" id="{BC4FEFFC-E79B-3FE4-0A2D-7241C3109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429" y="2843212"/>
            <a:ext cx="47625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51;p17">
            <a:extLst>
              <a:ext uri="{FF2B5EF4-FFF2-40B4-BE49-F238E27FC236}">
                <a16:creationId xmlns:a16="http://schemas.microsoft.com/office/drawing/2014/main" id="{D3AC52BA-0CA3-D354-B77E-77629B46E282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یادگیری عمیق چیست ؟</a:t>
            </a:r>
          </a:p>
        </p:txBody>
      </p:sp>
    </p:spTree>
    <p:extLst>
      <p:ext uri="{BB962C8B-B14F-4D97-AF65-F5344CB8AC3E}">
        <p14:creationId xmlns:p14="http://schemas.microsoft.com/office/powerpoint/2010/main" val="44693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5761AC-DD40-F20E-EC2F-E2047AF9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3</a:t>
            </a:fld>
            <a:endParaRPr lang="fa-IR" dirty="0"/>
          </a:p>
        </p:txBody>
      </p:sp>
      <p:pic>
        <p:nvPicPr>
          <p:cNvPr id="8" name="Picture 7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1FBE2426-8247-342F-FAF2-DBD0FCE47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12" y="1247775"/>
            <a:ext cx="894397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5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251;p17">
            <a:extLst>
              <a:ext uri="{FF2B5EF4-FFF2-40B4-BE49-F238E27FC236}">
                <a16:creationId xmlns:a16="http://schemas.microsoft.com/office/drawing/2014/main" id="{69BE6DC3-D60E-0404-0CF9-79D3DDF896B0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چه زمانی از یادگیری عمیق استفاده کنیم ؟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29D68A-D7B6-6469-30CA-4C67DA861581}"/>
              </a:ext>
            </a:extLst>
          </p:cNvPr>
          <p:cNvGrpSpPr/>
          <p:nvPr/>
        </p:nvGrpSpPr>
        <p:grpSpPr>
          <a:xfrm>
            <a:off x="8460511" y="1648215"/>
            <a:ext cx="1044900" cy="1044900"/>
            <a:chOff x="8460511" y="1648215"/>
            <a:chExt cx="1044900" cy="1044900"/>
          </a:xfrm>
        </p:grpSpPr>
        <p:sp>
          <p:nvSpPr>
            <p:cNvPr id="12" name="Google Shape;481;p34">
              <a:extLst>
                <a:ext uri="{FF2B5EF4-FFF2-40B4-BE49-F238E27FC236}">
                  <a16:creationId xmlns:a16="http://schemas.microsoft.com/office/drawing/2014/main" id="{50303150-1FF6-6E77-2760-47C684794C2B}"/>
                </a:ext>
              </a:extLst>
            </p:cNvPr>
            <p:cNvSpPr/>
            <p:nvPr/>
          </p:nvSpPr>
          <p:spPr>
            <a:xfrm>
              <a:off x="8460511" y="1648215"/>
              <a:ext cx="1044900" cy="1044900"/>
            </a:xfrm>
            <a:prstGeom prst="ellipse">
              <a:avLst/>
            </a:prstGeom>
            <a:gradFill>
              <a:gsLst>
                <a:gs pos="0">
                  <a:srgbClr val="3D00C0"/>
                </a:gs>
                <a:gs pos="37000">
                  <a:srgbClr val="5600AE"/>
                </a:gs>
                <a:gs pos="69000">
                  <a:srgbClr val="680099"/>
                </a:gs>
                <a:gs pos="100000">
                  <a:srgbClr val="870080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" name="Google Shape;493;p34">
              <a:extLst>
                <a:ext uri="{FF2B5EF4-FFF2-40B4-BE49-F238E27FC236}">
                  <a16:creationId xmlns:a16="http://schemas.microsoft.com/office/drawing/2014/main" id="{5434F5F4-4D7B-1F67-97BA-B70E9DCB0F37}"/>
                </a:ext>
              </a:extLst>
            </p:cNvPr>
            <p:cNvGrpSpPr/>
            <p:nvPr/>
          </p:nvGrpSpPr>
          <p:grpSpPr>
            <a:xfrm>
              <a:off x="8733510" y="1925498"/>
              <a:ext cx="498906" cy="490325"/>
              <a:chOff x="3966743" y="1547650"/>
              <a:chExt cx="498906" cy="490325"/>
            </a:xfrm>
            <a:solidFill>
              <a:schemeClr val="bg1"/>
            </a:solidFill>
          </p:grpSpPr>
          <p:sp>
            <p:nvSpPr>
              <p:cNvPr id="36" name="Google Shape;494;p34">
                <a:extLst>
                  <a:ext uri="{FF2B5EF4-FFF2-40B4-BE49-F238E27FC236}">
                    <a16:creationId xmlns:a16="http://schemas.microsoft.com/office/drawing/2014/main" id="{4A0ED1F1-B3AD-DEAC-F88D-5373B955A6A6}"/>
                  </a:ext>
                </a:extLst>
              </p:cNvPr>
              <p:cNvSpPr/>
              <p:nvPr/>
            </p:nvSpPr>
            <p:spPr>
              <a:xfrm>
                <a:off x="4173075" y="1702850"/>
                <a:ext cx="28536" cy="28537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"/>
                    </a:moveTo>
                    <a:lnTo>
                      <a:pt x="268" y="1"/>
                    </a:lnTo>
                    <a:lnTo>
                      <a:pt x="268" y="268"/>
                    </a:lnTo>
                    <a:lnTo>
                      <a:pt x="1" y="26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495;p34">
                <a:extLst>
                  <a:ext uri="{FF2B5EF4-FFF2-40B4-BE49-F238E27FC236}">
                    <a16:creationId xmlns:a16="http://schemas.microsoft.com/office/drawing/2014/main" id="{4CE8E867-071E-DDFD-F1D5-D35E2EBE85BB}"/>
                  </a:ext>
                </a:extLst>
              </p:cNvPr>
              <p:cNvSpPr/>
              <p:nvPr/>
            </p:nvSpPr>
            <p:spPr>
              <a:xfrm>
                <a:off x="3966743" y="1547650"/>
                <a:ext cx="498906" cy="490325"/>
              </a:xfrm>
              <a:custGeom>
                <a:avLst/>
                <a:gdLst/>
                <a:ahLst/>
                <a:cxnLst/>
                <a:rect l="l" t="t" r="r" b="b"/>
                <a:pathLst>
                  <a:path w="4703" h="4622" extrusionOk="0">
                    <a:moveTo>
                      <a:pt x="2748" y="1196"/>
                    </a:moveTo>
                    <a:lnTo>
                      <a:pt x="3025" y="1196"/>
                    </a:lnTo>
                    <a:lnTo>
                      <a:pt x="3025" y="2267"/>
                    </a:lnTo>
                    <a:lnTo>
                      <a:pt x="2748" y="2267"/>
                    </a:lnTo>
                    <a:close/>
                    <a:moveTo>
                      <a:pt x="1946" y="1999"/>
                    </a:moveTo>
                    <a:lnTo>
                      <a:pt x="1946" y="2267"/>
                    </a:lnTo>
                    <a:lnTo>
                      <a:pt x="1678" y="2267"/>
                    </a:lnTo>
                    <a:lnTo>
                      <a:pt x="1678" y="1196"/>
                    </a:lnTo>
                    <a:lnTo>
                      <a:pt x="2481" y="1196"/>
                    </a:lnTo>
                    <a:lnTo>
                      <a:pt x="2481" y="2267"/>
                    </a:lnTo>
                    <a:lnTo>
                      <a:pt x="2213" y="2267"/>
                    </a:lnTo>
                    <a:lnTo>
                      <a:pt x="2213" y="1999"/>
                    </a:lnTo>
                    <a:close/>
                    <a:moveTo>
                      <a:pt x="4104" y="3533"/>
                    </a:moveTo>
                    <a:cubicBezTo>
                      <a:pt x="3855" y="3533"/>
                      <a:pt x="3641" y="3703"/>
                      <a:pt x="3587" y="3935"/>
                    </a:cubicBezTo>
                    <a:lnTo>
                      <a:pt x="2873" y="3935"/>
                    </a:lnTo>
                    <a:cubicBezTo>
                      <a:pt x="2820" y="3748"/>
                      <a:pt x="2668" y="3596"/>
                      <a:pt x="2481" y="3551"/>
                    </a:cubicBezTo>
                    <a:lnTo>
                      <a:pt x="2481" y="2900"/>
                    </a:lnTo>
                    <a:lnTo>
                      <a:pt x="3730" y="2900"/>
                    </a:lnTo>
                    <a:cubicBezTo>
                      <a:pt x="4167" y="2900"/>
                      <a:pt x="4577" y="2552"/>
                      <a:pt x="4631" y="2115"/>
                    </a:cubicBezTo>
                    <a:cubicBezTo>
                      <a:pt x="4702" y="1642"/>
                      <a:pt x="4399" y="1223"/>
                      <a:pt x="3962" y="1116"/>
                    </a:cubicBezTo>
                    <a:cubicBezTo>
                      <a:pt x="3908" y="491"/>
                      <a:pt x="3382" y="1"/>
                      <a:pt x="2748" y="1"/>
                    </a:cubicBezTo>
                    <a:cubicBezTo>
                      <a:pt x="2445" y="1"/>
                      <a:pt x="2160" y="117"/>
                      <a:pt x="1937" y="313"/>
                    </a:cubicBezTo>
                    <a:cubicBezTo>
                      <a:pt x="1856" y="286"/>
                      <a:pt x="1767" y="277"/>
                      <a:pt x="1669" y="277"/>
                    </a:cubicBezTo>
                    <a:cubicBezTo>
                      <a:pt x="1187" y="277"/>
                      <a:pt x="786" y="643"/>
                      <a:pt x="732" y="1116"/>
                    </a:cubicBezTo>
                    <a:cubicBezTo>
                      <a:pt x="295" y="1223"/>
                      <a:pt x="1" y="1642"/>
                      <a:pt x="63" y="2115"/>
                    </a:cubicBezTo>
                    <a:cubicBezTo>
                      <a:pt x="117" y="2543"/>
                      <a:pt x="527" y="2900"/>
                      <a:pt x="964" y="2900"/>
                    </a:cubicBezTo>
                    <a:lnTo>
                      <a:pt x="2213" y="2900"/>
                    </a:lnTo>
                    <a:lnTo>
                      <a:pt x="2213" y="3551"/>
                    </a:lnTo>
                    <a:cubicBezTo>
                      <a:pt x="2026" y="3596"/>
                      <a:pt x="1874" y="3748"/>
                      <a:pt x="1830" y="3935"/>
                    </a:cubicBezTo>
                    <a:lnTo>
                      <a:pt x="1107" y="3935"/>
                    </a:lnTo>
                    <a:cubicBezTo>
                      <a:pt x="1053" y="3694"/>
                      <a:pt x="821" y="3525"/>
                      <a:pt x="563" y="3533"/>
                    </a:cubicBezTo>
                    <a:cubicBezTo>
                      <a:pt x="286" y="3551"/>
                      <a:pt x="63" y="3774"/>
                      <a:pt x="54" y="4051"/>
                    </a:cubicBezTo>
                    <a:cubicBezTo>
                      <a:pt x="36" y="4354"/>
                      <a:pt x="286" y="4613"/>
                      <a:pt x="590" y="4613"/>
                    </a:cubicBezTo>
                    <a:cubicBezTo>
                      <a:pt x="839" y="4613"/>
                      <a:pt x="1053" y="4435"/>
                      <a:pt x="1107" y="4203"/>
                    </a:cubicBezTo>
                    <a:lnTo>
                      <a:pt x="1830" y="4203"/>
                    </a:lnTo>
                    <a:cubicBezTo>
                      <a:pt x="1883" y="4435"/>
                      <a:pt x="2097" y="4613"/>
                      <a:pt x="2347" y="4613"/>
                    </a:cubicBezTo>
                    <a:cubicBezTo>
                      <a:pt x="2597" y="4613"/>
                      <a:pt x="2811" y="4435"/>
                      <a:pt x="2873" y="4203"/>
                    </a:cubicBezTo>
                    <a:lnTo>
                      <a:pt x="3587" y="4203"/>
                    </a:lnTo>
                    <a:cubicBezTo>
                      <a:pt x="3649" y="4443"/>
                      <a:pt x="3872" y="4622"/>
                      <a:pt x="4131" y="4613"/>
                    </a:cubicBezTo>
                    <a:cubicBezTo>
                      <a:pt x="4408" y="4595"/>
                      <a:pt x="4631" y="4372"/>
                      <a:pt x="4640" y="4096"/>
                    </a:cubicBezTo>
                    <a:cubicBezTo>
                      <a:pt x="4658" y="3792"/>
                      <a:pt x="4408" y="3533"/>
                      <a:pt x="4104" y="353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0" name="Google Shape;1470;p51">
            <a:extLst>
              <a:ext uri="{FF2B5EF4-FFF2-40B4-BE49-F238E27FC236}">
                <a16:creationId xmlns:a16="http://schemas.microsoft.com/office/drawing/2014/main" id="{BC9F6E85-FD68-DF39-59AA-7980961A4E8C}"/>
              </a:ext>
            </a:extLst>
          </p:cNvPr>
          <p:cNvSpPr txBox="1"/>
          <p:nvPr/>
        </p:nvSpPr>
        <p:spPr>
          <a:xfrm>
            <a:off x="7755157" y="2954970"/>
            <a:ext cx="2445552" cy="36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000" b="1" dirty="0">
                <a:solidFill>
                  <a:srgbClr val="33363F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منابع محاسباتی کافی</a:t>
            </a:r>
          </a:p>
        </p:txBody>
      </p:sp>
      <p:sp>
        <p:nvSpPr>
          <p:cNvPr id="46" name="Google Shape;1471;p51">
            <a:extLst>
              <a:ext uri="{FF2B5EF4-FFF2-40B4-BE49-F238E27FC236}">
                <a16:creationId xmlns:a16="http://schemas.microsoft.com/office/drawing/2014/main" id="{0D0CF83C-1B11-F856-0D18-075A490D0307}"/>
              </a:ext>
            </a:extLst>
          </p:cNvPr>
          <p:cNvSpPr txBox="1"/>
          <p:nvPr/>
        </p:nvSpPr>
        <p:spPr>
          <a:xfrm>
            <a:off x="7513698" y="3318555"/>
            <a:ext cx="2687028" cy="1634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 rtl="1">
              <a:lnSpc>
                <a:spcPct val="120000"/>
              </a:lnSpc>
            </a:pPr>
            <a:r>
              <a:rPr lang="fa-I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برای اموزش مدل زبانی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 gpt4</a:t>
            </a:r>
            <a:r>
              <a:rPr lang="fa-I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 بیشتر از 25000 هزار کارت گرافیک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a100</a:t>
            </a:r>
            <a:r>
              <a:rPr lang="fa-I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 استفاده شده است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Shabnam" panose="020B0603030804020204" pitchFamily="34" charset="-78"/>
              <a:cs typeface="Shabnam" panose="020B0603030804020204" pitchFamily="34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ECE900-43A3-FC08-B9F0-03E75016A1A5}"/>
              </a:ext>
            </a:extLst>
          </p:cNvPr>
          <p:cNvGrpSpPr/>
          <p:nvPr/>
        </p:nvGrpSpPr>
        <p:grpSpPr>
          <a:xfrm>
            <a:off x="1847576" y="1648215"/>
            <a:ext cx="2979305" cy="3561570"/>
            <a:chOff x="4775834" y="1648215"/>
            <a:chExt cx="2979305" cy="356157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99181E0-EFE3-F717-100D-5F34BD278272}"/>
                </a:ext>
              </a:extLst>
            </p:cNvPr>
            <p:cNvGrpSpPr/>
            <p:nvPr/>
          </p:nvGrpSpPr>
          <p:grpSpPr>
            <a:xfrm>
              <a:off x="5684611" y="1648215"/>
              <a:ext cx="1044900" cy="1044900"/>
              <a:chOff x="5684611" y="1648215"/>
              <a:chExt cx="1044900" cy="1044900"/>
            </a:xfrm>
          </p:grpSpPr>
          <p:sp>
            <p:nvSpPr>
              <p:cNvPr id="11" name="Google Shape;480;p34">
                <a:extLst>
                  <a:ext uri="{FF2B5EF4-FFF2-40B4-BE49-F238E27FC236}">
                    <a16:creationId xmlns:a16="http://schemas.microsoft.com/office/drawing/2014/main" id="{A18B1024-2259-541B-1FC6-BB2F461DBF53}"/>
                  </a:ext>
                </a:extLst>
              </p:cNvPr>
              <p:cNvSpPr/>
              <p:nvPr/>
            </p:nvSpPr>
            <p:spPr>
              <a:xfrm>
                <a:off x="5684611" y="1648215"/>
                <a:ext cx="1044900" cy="1044900"/>
              </a:xfrm>
              <a:prstGeom prst="ellipse">
                <a:avLst/>
              </a:prstGeom>
              <a:gradFill>
                <a:gsLst>
                  <a:gs pos="0">
                    <a:srgbClr val="3D00C0"/>
                  </a:gs>
                  <a:gs pos="37000">
                    <a:srgbClr val="5600AE"/>
                  </a:gs>
                  <a:gs pos="69000">
                    <a:srgbClr val="680099"/>
                  </a:gs>
                  <a:gs pos="100000">
                    <a:srgbClr val="870080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" name="Google Shape;488;p34">
                <a:extLst>
                  <a:ext uri="{FF2B5EF4-FFF2-40B4-BE49-F238E27FC236}">
                    <a16:creationId xmlns:a16="http://schemas.microsoft.com/office/drawing/2014/main" id="{EEB94828-2680-546E-73A2-2E26CCAFF8FC}"/>
                  </a:ext>
                </a:extLst>
              </p:cNvPr>
              <p:cNvGrpSpPr/>
              <p:nvPr/>
            </p:nvGrpSpPr>
            <p:grpSpPr>
              <a:xfrm>
                <a:off x="5963287" y="1926453"/>
                <a:ext cx="487555" cy="487461"/>
                <a:chOff x="3257895" y="1548605"/>
                <a:chExt cx="487555" cy="487461"/>
              </a:xfrm>
              <a:solidFill>
                <a:schemeClr val="bg1"/>
              </a:solidFill>
            </p:grpSpPr>
            <p:sp>
              <p:nvSpPr>
                <p:cNvPr id="29" name="Google Shape;489;p34">
                  <a:extLst>
                    <a:ext uri="{FF2B5EF4-FFF2-40B4-BE49-F238E27FC236}">
                      <a16:creationId xmlns:a16="http://schemas.microsoft.com/office/drawing/2014/main" id="{49E60219-23EE-D9E4-6016-7510207326D3}"/>
                    </a:ext>
                  </a:extLst>
                </p:cNvPr>
                <p:cNvSpPr/>
                <p:nvPr/>
              </p:nvSpPr>
              <p:spPr>
                <a:xfrm>
                  <a:off x="3516314" y="1721839"/>
                  <a:ext cx="43600" cy="141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" h="1330" extrusionOk="0">
                      <a:moveTo>
                        <a:pt x="0" y="0"/>
                      </a:moveTo>
                      <a:lnTo>
                        <a:pt x="0" y="1329"/>
                      </a:lnTo>
                      <a:cubicBezTo>
                        <a:pt x="232" y="1267"/>
                        <a:pt x="411" y="1053"/>
                        <a:pt x="411" y="794"/>
                      </a:cubicBezTo>
                      <a:lnTo>
                        <a:pt x="411" y="527"/>
                      </a:lnTo>
                      <a:cubicBezTo>
                        <a:pt x="411" y="268"/>
                        <a:pt x="232" y="5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490;p34">
                  <a:extLst>
                    <a:ext uri="{FF2B5EF4-FFF2-40B4-BE49-F238E27FC236}">
                      <a16:creationId xmlns:a16="http://schemas.microsoft.com/office/drawing/2014/main" id="{13695D26-08C8-6E2D-CF32-92E6EAA26E5C}"/>
                    </a:ext>
                  </a:extLst>
                </p:cNvPr>
                <p:cNvSpPr/>
                <p:nvPr/>
              </p:nvSpPr>
              <p:spPr>
                <a:xfrm>
                  <a:off x="3443434" y="1721839"/>
                  <a:ext cx="44555" cy="141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1330" extrusionOk="0">
                      <a:moveTo>
                        <a:pt x="420" y="0"/>
                      </a:moveTo>
                      <a:cubicBezTo>
                        <a:pt x="179" y="54"/>
                        <a:pt x="0" y="268"/>
                        <a:pt x="0" y="527"/>
                      </a:cubicBezTo>
                      <a:lnTo>
                        <a:pt x="0" y="794"/>
                      </a:lnTo>
                      <a:cubicBezTo>
                        <a:pt x="0" y="1053"/>
                        <a:pt x="179" y="1267"/>
                        <a:pt x="420" y="13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491;p34">
                  <a:extLst>
                    <a:ext uri="{FF2B5EF4-FFF2-40B4-BE49-F238E27FC236}">
                      <a16:creationId xmlns:a16="http://schemas.microsoft.com/office/drawing/2014/main" id="{E10B027B-AE92-7CD6-9381-9CB3A0474973}"/>
                    </a:ext>
                  </a:extLst>
                </p:cNvPr>
                <p:cNvSpPr/>
                <p:nvPr/>
              </p:nvSpPr>
              <p:spPr>
                <a:xfrm>
                  <a:off x="3372465" y="1662220"/>
                  <a:ext cx="258417" cy="259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6" h="2445" extrusionOk="0">
                      <a:moveTo>
                        <a:pt x="2034" y="1356"/>
                      </a:moveTo>
                      <a:cubicBezTo>
                        <a:pt x="2034" y="1820"/>
                        <a:pt x="1651" y="2186"/>
                        <a:pt x="1187" y="2177"/>
                      </a:cubicBezTo>
                      <a:cubicBezTo>
                        <a:pt x="750" y="2159"/>
                        <a:pt x="402" y="1784"/>
                        <a:pt x="402" y="1347"/>
                      </a:cubicBezTo>
                      <a:lnTo>
                        <a:pt x="402" y="1097"/>
                      </a:lnTo>
                      <a:cubicBezTo>
                        <a:pt x="402" y="660"/>
                        <a:pt x="750" y="286"/>
                        <a:pt x="1187" y="277"/>
                      </a:cubicBezTo>
                      <a:cubicBezTo>
                        <a:pt x="1651" y="259"/>
                        <a:pt x="2034" y="625"/>
                        <a:pt x="2034" y="1089"/>
                      </a:cubicBezTo>
                      <a:close/>
                      <a:moveTo>
                        <a:pt x="1222" y="0"/>
                      </a:moveTo>
                      <a:cubicBezTo>
                        <a:pt x="544" y="0"/>
                        <a:pt x="0" y="553"/>
                        <a:pt x="0" y="1222"/>
                      </a:cubicBezTo>
                      <a:cubicBezTo>
                        <a:pt x="0" y="1891"/>
                        <a:pt x="544" y="2445"/>
                        <a:pt x="1222" y="2445"/>
                      </a:cubicBezTo>
                      <a:cubicBezTo>
                        <a:pt x="1892" y="2445"/>
                        <a:pt x="2436" y="1891"/>
                        <a:pt x="2436" y="1222"/>
                      </a:cubicBezTo>
                      <a:cubicBezTo>
                        <a:pt x="2436" y="553"/>
                        <a:pt x="1892" y="0"/>
                        <a:pt x="12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492;p34">
                  <a:extLst>
                    <a:ext uri="{FF2B5EF4-FFF2-40B4-BE49-F238E27FC236}">
                      <a16:creationId xmlns:a16="http://schemas.microsoft.com/office/drawing/2014/main" id="{3D13EE94-93E5-99F5-AD37-13433DBFA4E0}"/>
                    </a:ext>
                  </a:extLst>
                </p:cNvPr>
                <p:cNvSpPr/>
                <p:nvPr/>
              </p:nvSpPr>
              <p:spPr>
                <a:xfrm>
                  <a:off x="3257895" y="1548605"/>
                  <a:ext cx="487555" cy="487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6" h="4595" extrusionOk="0">
                      <a:moveTo>
                        <a:pt x="2302" y="3783"/>
                      </a:moveTo>
                      <a:cubicBezTo>
                        <a:pt x="1482" y="3783"/>
                        <a:pt x="813" y="3114"/>
                        <a:pt x="813" y="2293"/>
                      </a:cubicBezTo>
                      <a:cubicBezTo>
                        <a:pt x="813" y="1473"/>
                        <a:pt x="1482" y="804"/>
                        <a:pt x="2302" y="804"/>
                      </a:cubicBezTo>
                      <a:cubicBezTo>
                        <a:pt x="3123" y="804"/>
                        <a:pt x="3783" y="1473"/>
                        <a:pt x="3783" y="2293"/>
                      </a:cubicBezTo>
                      <a:cubicBezTo>
                        <a:pt x="3783" y="3114"/>
                        <a:pt x="3123" y="3783"/>
                        <a:pt x="2302" y="3783"/>
                      </a:cubicBezTo>
                      <a:close/>
                      <a:moveTo>
                        <a:pt x="4595" y="2802"/>
                      </a:moveTo>
                      <a:lnTo>
                        <a:pt x="4595" y="1785"/>
                      </a:lnTo>
                      <a:lnTo>
                        <a:pt x="4238" y="1696"/>
                      </a:lnTo>
                      <a:cubicBezTo>
                        <a:pt x="4203" y="1580"/>
                        <a:pt x="4149" y="1464"/>
                        <a:pt x="4096" y="1348"/>
                      </a:cubicBezTo>
                      <a:lnTo>
                        <a:pt x="4283" y="1036"/>
                      </a:lnTo>
                      <a:lnTo>
                        <a:pt x="3560" y="313"/>
                      </a:lnTo>
                      <a:lnTo>
                        <a:pt x="3248" y="509"/>
                      </a:lnTo>
                      <a:cubicBezTo>
                        <a:pt x="3132" y="447"/>
                        <a:pt x="3016" y="393"/>
                        <a:pt x="2900" y="358"/>
                      </a:cubicBezTo>
                      <a:lnTo>
                        <a:pt x="2811" y="1"/>
                      </a:lnTo>
                      <a:lnTo>
                        <a:pt x="1794" y="1"/>
                      </a:lnTo>
                      <a:lnTo>
                        <a:pt x="1705" y="358"/>
                      </a:lnTo>
                      <a:cubicBezTo>
                        <a:pt x="1580" y="393"/>
                        <a:pt x="1464" y="447"/>
                        <a:pt x="1357" y="509"/>
                      </a:cubicBezTo>
                      <a:lnTo>
                        <a:pt x="1036" y="313"/>
                      </a:lnTo>
                      <a:lnTo>
                        <a:pt x="313" y="1036"/>
                      </a:lnTo>
                      <a:lnTo>
                        <a:pt x="509" y="1348"/>
                      </a:lnTo>
                      <a:cubicBezTo>
                        <a:pt x="447" y="1464"/>
                        <a:pt x="402" y="1580"/>
                        <a:pt x="367" y="1696"/>
                      </a:cubicBezTo>
                      <a:lnTo>
                        <a:pt x="1" y="1785"/>
                      </a:lnTo>
                      <a:lnTo>
                        <a:pt x="1" y="2802"/>
                      </a:lnTo>
                      <a:lnTo>
                        <a:pt x="367" y="2891"/>
                      </a:lnTo>
                      <a:cubicBezTo>
                        <a:pt x="402" y="3016"/>
                        <a:pt x="447" y="3132"/>
                        <a:pt x="509" y="3248"/>
                      </a:cubicBezTo>
                      <a:lnTo>
                        <a:pt x="313" y="3560"/>
                      </a:lnTo>
                      <a:lnTo>
                        <a:pt x="1036" y="4283"/>
                      </a:lnTo>
                      <a:lnTo>
                        <a:pt x="1357" y="4087"/>
                      </a:lnTo>
                      <a:cubicBezTo>
                        <a:pt x="1464" y="4149"/>
                        <a:pt x="1580" y="4194"/>
                        <a:pt x="1705" y="4238"/>
                      </a:cubicBezTo>
                      <a:lnTo>
                        <a:pt x="1794" y="4595"/>
                      </a:lnTo>
                      <a:lnTo>
                        <a:pt x="2811" y="4595"/>
                      </a:lnTo>
                      <a:lnTo>
                        <a:pt x="2900" y="4238"/>
                      </a:lnTo>
                      <a:cubicBezTo>
                        <a:pt x="3016" y="4194"/>
                        <a:pt x="3132" y="4149"/>
                        <a:pt x="3248" y="4087"/>
                      </a:cubicBezTo>
                      <a:lnTo>
                        <a:pt x="3560" y="4283"/>
                      </a:lnTo>
                      <a:lnTo>
                        <a:pt x="4283" y="3560"/>
                      </a:lnTo>
                      <a:lnTo>
                        <a:pt x="4096" y="3248"/>
                      </a:lnTo>
                      <a:cubicBezTo>
                        <a:pt x="4149" y="3132"/>
                        <a:pt x="4203" y="3016"/>
                        <a:pt x="4238" y="290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0" name="Google Shape;1470;p51">
              <a:extLst>
                <a:ext uri="{FF2B5EF4-FFF2-40B4-BE49-F238E27FC236}">
                  <a16:creationId xmlns:a16="http://schemas.microsoft.com/office/drawing/2014/main" id="{AE3D9837-58A8-7878-A7E3-1E5FF3F1C24D}"/>
                </a:ext>
              </a:extLst>
            </p:cNvPr>
            <p:cNvSpPr txBox="1"/>
            <p:nvPr/>
          </p:nvSpPr>
          <p:spPr>
            <a:xfrm>
              <a:off x="4970596" y="2954970"/>
              <a:ext cx="2445552" cy="363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1"/>
              <a:r>
                <a:rPr lang="fa-IR" sz="2000" b="1" dirty="0">
                  <a:solidFill>
                    <a:srgbClr val="33363F"/>
                  </a:solidFill>
                  <a:latin typeface="Shabnam" panose="020B0603030804020204" pitchFamily="34" charset="-78"/>
                  <a:ea typeface="Roboto"/>
                  <a:cs typeface="Shabnam" panose="020B0603030804020204" pitchFamily="34" charset="-78"/>
                  <a:sym typeface="Roboto"/>
                </a:rPr>
                <a:t>مسائل پیچیده</a:t>
              </a:r>
            </a:p>
          </p:txBody>
        </p:sp>
        <p:sp>
          <p:nvSpPr>
            <p:cNvPr id="56" name="Google Shape;1471;p51">
              <a:extLst>
                <a:ext uri="{FF2B5EF4-FFF2-40B4-BE49-F238E27FC236}">
                  <a16:creationId xmlns:a16="http://schemas.microsoft.com/office/drawing/2014/main" id="{35D08B0E-F4E8-09EE-6586-E2D1A6535B25}"/>
                </a:ext>
              </a:extLst>
            </p:cNvPr>
            <p:cNvSpPr txBox="1"/>
            <p:nvPr/>
          </p:nvSpPr>
          <p:spPr>
            <a:xfrm>
              <a:off x="4775834" y="3318555"/>
              <a:ext cx="2979305" cy="1891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Image Classification</a:t>
              </a:r>
            </a:p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Image Segmentation</a:t>
              </a:r>
            </a:p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Object Detection</a:t>
              </a:r>
            </a:p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Natural Language Processing</a:t>
              </a:r>
            </a:p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Reinforcement Learning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67AB341-D4D7-3211-B96A-CD75A9040FCC}"/>
              </a:ext>
            </a:extLst>
          </p:cNvPr>
          <p:cNvGrpSpPr/>
          <p:nvPr/>
        </p:nvGrpSpPr>
        <p:grpSpPr>
          <a:xfrm>
            <a:off x="4602460" y="1648215"/>
            <a:ext cx="2621127" cy="3561570"/>
            <a:chOff x="1991274" y="1648215"/>
            <a:chExt cx="2445569" cy="35615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FBDC1FF-A06E-AF6A-28FD-762DBEE930DB}"/>
                </a:ext>
              </a:extLst>
            </p:cNvPr>
            <p:cNvGrpSpPr/>
            <p:nvPr/>
          </p:nvGrpSpPr>
          <p:grpSpPr>
            <a:xfrm>
              <a:off x="2705336" y="1648215"/>
              <a:ext cx="1044900" cy="1044900"/>
              <a:chOff x="2705336" y="1648215"/>
              <a:chExt cx="1044900" cy="1044900"/>
            </a:xfrm>
          </p:grpSpPr>
          <p:sp>
            <p:nvSpPr>
              <p:cNvPr id="10" name="Google Shape;479;p34">
                <a:extLst>
                  <a:ext uri="{FF2B5EF4-FFF2-40B4-BE49-F238E27FC236}">
                    <a16:creationId xmlns:a16="http://schemas.microsoft.com/office/drawing/2014/main" id="{9BB033CE-4009-B90B-F008-75EE82470DBD}"/>
                  </a:ext>
                </a:extLst>
              </p:cNvPr>
              <p:cNvSpPr/>
              <p:nvPr/>
            </p:nvSpPr>
            <p:spPr>
              <a:xfrm>
                <a:off x="2705336" y="1648215"/>
                <a:ext cx="1044900" cy="1044900"/>
              </a:xfrm>
              <a:prstGeom prst="ellipse">
                <a:avLst/>
              </a:prstGeom>
              <a:gradFill>
                <a:gsLst>
                  <a:gs pos="0">
                    <a:srgbClr val="3D00C0"/>
                  </a:gs>
                  <a:gs pos="37000">
                    <a:srgbClr val="5600AE"/>
                  </a:gs>
                  <a:gs pos="69000">
                    <a:srgbClr val="680099"/>
                  </a:gs>
                  <a:gs pos="100000">
                    <a:srgbClr val="870080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" name="Google Shape;483;p34">
                <a:extLst>
                  <a:ext uri="{FF2B5EF4-FFF2-40B4-BE49-F238E27FC236}">
                    <a16:creationId xmlns:a16="http://schemas.microsoft.com/office/drawing/2014/main" id="{4B17FB4F-EC21-5CC4-99B7-9D1872912BB4}"/>
                  </a:ext>
                </a:extLst>
              </p:cNvPr>
              <p:cNvGrpSpPr/>
              <p:nvPr/>
            </p:nvGrpSpPr>
            <p:grpSpPr>
              <a:xfrm>
                <a:off x="2984070" y="1954883"/>
                <a:ext cx="487449" cy="430700"/>
                <a:chOff x="2544378" y="1577035"/>
                <a:chExt cx="487449" cy="430700"/>
              </a:xfrm>
              <a:solidFill>
                <a:schemeClr val="bg1"/>
              </a:solidFill>
            </p:grpSpPr>
            <p:sp>
              <p:nvSpPr>
                <p:cNvPr id="14" name="Google Shape;484;p34">
                  <a:extLst>
                    <a:ext uri="{FF2B5EF4-FFF2-40B4-BE49-F238E27FC236}">
                      <a16:creationId xmlns:a16="http://schemas.microsoft.com/office/drawing/2014/main" id="{5FB93BE7-160C-23E5-D169-2474D4CE493E}"/>
                    </a:ext>
                  </a:extLst>
                </p:cNvPr>
                <p:cNvSpPr/>
                <p:nvPr/>
              </p:nvSpPr>
              <p:spPr>
                <a:xfrm>
                  <a:off x="2690137" y="1664129"/>
                  <a:ext cx="196889" cy="142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6" h="1339" extrusionOk="0">
                      <a:moveTo>
                        <a:pt x="928" y="1071"/>
                      </a:moveTo>
                      <a:cubicBezTo>
                        <a:pt x="705" y="1071"/>
                        <a:pt x="518" y="892"/>
                        <a:pt x="518" y="669"/>
                      </a:cubicBezTo>
                      <a:cubicBezTo>
                        <a:pt x="518" y="446"/>
                        <a:pt x="705" y="268"/>
                        <a:pt x="928" y="268"/>
                      </a:cubicBezTo>
                      <a:cubicBezTo>
                        <a:pt x="1151" y="268"/>
                        <a:pt x="1329" y="446"/>
                        <a:pt x="1329" y="669"/>
                      </a:cubicBezTo>
                      <a:cubicBezTo>
                        <a:pt x="1329" y="892"/>
                        <a:pt x="1151" y="1071"/>
                        <a:pt x="928" y="1071"/>
                      </a:cubicBezTo>
                      <a:close/>
                      <a:moveTo>
                        <a:pt x="928" y="0"/>
                      </a:moveTo>
                      <a:cubicBezTo>
                        <a:pt x="384" y="0"/>
                        <a:pt x="81" y="500"/>
                        <a:pt x="0" y="669"/>
                      </a:cubicBezTo>
                      <a:cubicBezTo>
                        <a:pt x="36" y="740"/>
                        <a:pt x="107" y="865"/>
                        <a:pt x="214" y="990"/>
                      </a:cubicBezTo>
                      <a:cubicBezTo>
                        <a:pt x="420" y="1222"/>
                        <a:pt x="660" y="1338"/>
                        <a:pt x="928" y="1338"/>
                      </a:cubicBezTo>
                      <a:cubicBezTo>
                        <a:pt x="1463" y="1338"/>
                        <a:pt x="1767" y="839"/>
                        <a:pt x="1856" y="669"/>
                      </a:cubicBezTo>
                      <a:cubicBezTo>
                        <a:pt x="1820" y="598"/>
                        <a:pt x="1749" y="473"/>
                        <a:pt x="1633" y="348"/>
                      </a:cubicBezTo>
                      <a:cubicBezTo>
                        <a:pt x="1428" y="116"/>
                        <a:pt x="1187" y="0"/>
                        <a:pt x="9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485;p34">
                  <a:extLst>
                    <a:ext uri="{FF2B5EF4-FFF2-40B4-BE49-F238E27FC236}">
                      <a16:creationId xmlns:a16="http://schemas.microsoft.com/office/drawing/2014/main" id="{CA4578D6-93A2-4868-B2F6-0A8E2EF8D3CB}"/>
                    </a:ext>
                  </a:extLst>
                </p:cNvPr>
                <p:cNvSpPr/>
                <p:nvPr/>
              </p:nvSpPr>
              <p:spPr>
                <a:xfrm>
                  <a:off x="2774367" y="1720884"/>
                  <a:ext cx="28430" cy="28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205" y="0"/>
                        <a:pt x="268" y="63"/>
                        <a:pt x="268" y="134"/>
                      </a:cubicBezTo>
                      <a:cubicBezTo>
                        <a:pt x="268" y="205"/>
                        <a:pt x="205" y="268"/>
                        <a:pt x="134" y="268"/>
                      </a:cubicBezTo>
                      <a:cubicBezTo>
                        <a:pt x="54" y="268"/>
                        <a:pt x="0" y="205"/>
                        <a:pt x="0" y="134"/>
                      </a:cubicBezTo>
                      <a:cubicBezTo>
                        <a:pt x="0" y="63"/>
                        <a:pt x="54" y="0"/>
                        <a:pt x="1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486;p34">
                  <a:extLst>
                    <a:ext uri="{FF2B5EF4-FFF2-40B4-BE49-F238E27FC236}">
                      <a16:creationId xmlns:a16="http://schemas.microsoft.com/office/drawing/2014/main" id="{65D559F6-138E-F27F-1779-746FFC70A8DC}"/>
                    </a:ext>
                  </a:extLst>
                </p:cNvPr>
                <p:cNvSpPr/>
                <p:nvPr/>
              </p:nvSpPr>
              <p:spPr>
                <a:xfrm>
                  <a:off x="2544378" y="1577035"/>
                  <a:ext cx="487449" cy="287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2713" extrusionOk="0">
                      <a:moveTo>
                        <a:pt x="4051" y="830"/>
                      </a:moveTo>
                      <a:lnTo>
                        <a:pt x="3783" y="830"/>
                      </a:lnTo>
                      <a:lnTo>
                        <a:pt x="3783" y="562"/>
                      </a:lnTo>
                      <a:lnTo>
                        <a:pt x="4051" y="562"/>
                      </a:lnTo>
                      <a:close/>
                      <a:moveTo>
                        <a:pt x="4051" y="1365"/>
                      </a:moveTo>
                      <a:lnTo>
                        <a:pt x="3783" y="1365"/>
                      </a:lnTo>
                      <a:lnTo>
                        <a:pt x="3783" y="1098"/>
                      </a:lnTo>
                      <a:lnTo>
                        <a:pt x="4051" y="1098"/>
                      </a:lnTo>
                      <a:close/>
                      <a:moveTo>
                        <a:pt x="4051" y="1900"/>
                      </a:moveTo>
                      <a:lnTo>
                        <a:pt x="3783" y="1900"/>
                      </a:lnTo>
                      <a:lnTo>
                        <a:pt x="3783" y="1633"/>
                      </a:lnTo>
                      <a:lnTo>
                        <a:pt x="4051" y="1633"/>
                      </a:lnTo>
                      <a:close/>
                      <a:moveTo>
                        <a:pt x="4051" y="2445"/>
                      </a:moveTo>
                      <a:lnTo>
                        <a:pt x="3783" y="2445"/>
                      </a:lnTo>
                      <a:lnTo>
                        <a:pt x="3783" y="2177"/>
                      </a:lnTo>
                      <a:lnTo>
                        <a:pt x="4051" y="2177"/>
                      </a:lnTo>
                      <a:close/>
                      <a:moveTo>
                        <a:pt x="3497" y="1544"/>
                      </a:moveTo>
                      <a:cubicBezTo>
                        <a:pt x="3497" y="1553"/>
                        <a:pt x="3408" y="1767"/>
                        <a:pt x="3212" y="1981"/>
                      </a:cubicBezTo>
                      <a:cubicBezTo>
                        <a:pt x="2962" y="2275"/>
                        <a:pt x="2641" y="2436"/>
                        <a:pt x="2302" y="2436"/>
                      </a:cubicBezTo>
                      <a:cubicBezTo>
                        <a:pt x="1954" y="2436"/>
                        <a:pt x="1642" y="2275"/>
                        <a:pt x="1383" y="1981"/>
                      </a:cubicBezTo>
                      <a:cubicBezTo>
                        <a:pt x="1196" y="1767"/>
                        <a:pt x="1107" y="1553"/>
                        <a:pt x="1098" y="1544"/>
                      </a:cubicBezTo>
                      <a:lnTo>
                        <a:pt x="1080" y="1490"/>
                      </a:lnTo>
                      <a:lnTo>
                        <a:pt x="1098" y="1437"/>
                      </a:lnTo>
                      <a:cubicBezTo>
                        <a:pt x="1107" y="1428"/>
                        <a:pt x="1196" y="1214"/>
                        <a:pt x="1383" y="999"/>
                      </a:cubicBezTo>
                      <a:cubicBezTo>
                        <a:pt x="1642" y="705"/>
                        <a:pt x="1954" y="545"/>
                        <a:pt x="2302" y="545"/>
                      </a:cubicBezTo>
                      <a:cubicBezTo>
                        <a:pt x="2641" y="545"/>
                        <a:pt x="2962" y="705"/>
                        <a:pt x="3212" y="999"/>
                      </a:cubicBezTo>
                      <a:cubicBezTo>
                        <a:pt x="3408" y="1214"/>
                        <a:pt x="3497" y="1428"/>
                        <a:pt x="3497" y="1437"/>
                      </a:cubicBezTo>
                      <a:lnTo>
                        <a:pt x="3524" y="1490"/>
                      </a:lnTo>
                      <a:close/>
                      <a:moveTo>
                        <a:pt x="803" y="830"/>
                      </a:moveTo>
                      <a:lnTo>
                        <a:pt x="536" y="830"/>
                      </a:lnTo>
                      <a:lnTo>
                        <a:pt x="536" y="562"/>
                      </a:lnTo>
                      <a:lnTo>
                        <a:pt x="803" y="562"/>
                      </a:lnTo>
                      <a:close/>
                      <a:moveTo>
                        <a:pt x="803" y="1365"/>
                      </a:moveTo>
                      <a:lnTo>
                        <a:pt x="536" y="1365"/>
                      </a:lnTo>
                      <a:lnTo>
                        <a:pt x="536" y="1098"/>
                      </a:lnTo>
                      <a:lnTo>
                        <a:pt x="803" y="1098"/>
                      </a:lnTo>
                      <a:close/>
                      <a:moveTo>
                        <a:pt x="803" y="1900"/>
                      </a:moveTo>
                      <a:lnTo>
                        <a:pt x="536" y="1900"/>
                      </a:lnTo>
                      <a:lnTo>
                        <a:pt x="536" y="1633"/>
                      </a:lnTo>
                      <a:lnTo>
                        <a:pt x="803" y="1633"/>
                      </a:lnTo>
                      <a:close/>
                      <a:moveTo>
                        <a:pt x="803" y="2445"/>
                      </a:moveTo>
                      <a:lnTo>
                        <a:pt x="536" y="2445"/>
                      </a:lnTo>
                      <a:lnTo>
                        <a:pt x="536" y="2177"/>
                      </a:lnTo>
                      <a:lnTo>
                        <a:pt x="803" y="2177"/>
                      </a:lnTo>
                      <a:close/>
                      <a:moveTo>
                        <a:pt x="4595" y="0"/>
                      </a:moveTo>
                      <a:lnTo>
                        <a:pt x="0" y="0"/>
                      </a:lnTo>
                      <a:lnTo>
                        <a:pt x="0" y="2712"/>
                      </a:lnTo>
                      <a:lnTo>
                        <a:pt x="4595" y="27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487;p34">
                  <a:extLst>
                    <a:ext uri="{FF2B5EF4-FFF2-40B4-BE49-F238E27FC236}">
                      <a16:creationId xmlns:a16="http://schemas.microsoft.com/office/drawing/2014/main" id="{62131FBA-2154-4AD2-E161-5D7CE86586E9}"/>
                    </a:ext>
                  </a:extLst>
                </p:cNvPr>
                <p:cNvSpPr/>
                <p:nvPr/>
              </p:nvSpPr>
              <p:spPr>
                <a:xfrm>
                  <a:off x="2544378" y="1893057"/>
                  <a:ext cx="487449" cy="114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1081" extrusionOk="0">
                      <a:moveTo>
                        <a:pt x="0" y="1"/>
                      </a:moveTo>
                      <a:lnTo>
                        <a:pt x="0" y="536"/>
                      </a:lnTo>
                      <a:lnTo>
                        <a:pt x="1758" y="536"/>
                      </a:lnTo>
                      <a:lnTo>
                        <a:pt x="1758" y="813"/>
                      </a:lnTo>
                      <a:lnTo>
                        <a:pt x="536" y="813"/>
                      </a:lnTo>
                      <a:lnTo>
                        <a:pt x="536" y="1080"/>
                      </a:lnTo>
                      <a:lnTo>
                        <a:pt x="4051" y="1080"/>
                      </a:lnTo>
                      <a:lnTo>
                        <a:pt x="4051" y="813"/>
                      </a:lnTo>
                      <a:lnTo>
                        <a:pt x="2837" y="813"/>
                      </a:lnTo>
                      <a:lnTo>
                        <a:pt x="2837" y="536"/>
                      </a:lnTo>
                      <a:lnTo>
                        <a:pt x="4595" y="536"/>
                      </a:lnTo>
                      <a:lnTo>
                        <a:pt x="459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" name="Google Shape;1470;p51">
              <a:extLst>
                <a:ext uri="{FF2B5EF4-FFF2-40B4-BE49-F238E27FC236}">
                  <a16:creationId xmlns:a16="http://schemas.microsoft.com/office/drawing/2014/main" id="{58582249-9090-DE43-CCB3-D417D5F55644}"/>
                </a:ext>
              </a:extLst>
            </p:cNvPr>
            <p:cNvSpPr txBox="1"/>
            <p:nvPr/>
          </p:nvSpPr>
          <p:spPr>
            <a:xfrm>
              <a:off x="1991274" y="2954970"/>
              <a:ext cx="2445552" cy="363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1"/>
              <a:r>
                <a:rPr lang="fa-IR" sz="2000" b="1" dirty="0">
                  <a:solidFill>
                    <a:srgbClr val="33363F"/>
                  </a:solidFill>
                  <a:latin typeface="Shabnam" panose="020B0603030804020204" pitchFamily="34" charset="-78"/>
                  <a:ea typeface="Roboto"/>
                  <a:cs typeface="Shabnam" panose="020B0603030804020204" pitchFamily="34" charset="-78"/>
                  <a:sym typeface="Roboto"/>
                </a:rPr>
                <a:t>داده های زیاد</a:t>
              </a:r>
            </a:p>
          </p:txBody>
        </p:sp>
        <p:sp>
          <p:nvSpPr>
            <p:cNvPr id="60" name="Google Shape;1471;p51">
              <a:extLst>
                <a:ext uri="{FF2B5EF4-FFF2-40B4-BE49-F238E27FC236}">
                  <a16:creationId xmlns:a16="http://schemas.microsoft.com/office/drawing/2014/main" id="{C507FF76-3EC1-0D55-0965-BA0E7EDCAF60}"/>
                </a:ext>
              </a:extLst>
            </p:cNvPr>
            <p:cNvSpPr txBox="1"/>
            <p:nvPr/>
          </p:nvSpPr>
          <p:spPr>
            <a:xfrm>
              <a:off x="1991291" y="3318555"/>
              <a:ext cx="2445552" cy="1891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 rtl="1">
                <a:lnSpc>
                  <a:spcPct val="120000"/>
                </a:lnSpc>
              </a:pPr>
              <a:r>
                <a:rPr lang="fa-I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مدل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 </a:t>
              </a:r>
              <a:r>
                <a:rPr lang="en-US" sz="1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AlexNet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 </a:t>
              </a:r>
              <a:r>
                <a:rPr lang="fa-I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بر روی مجموعه داده های اموزشی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 ImageNet </a:t>
              </a:r>
              <a:r>
                <a:rPr lang="fa-I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habnam" panose="020B0603030804020204" pitchFamily="34" charset="-78"/>
                  <a:cs typeface="Shabnam" panose="020B0603030804020204" pitchFamily="34" charset="-78"/>
                </a:rPr>
                <a:t>که شامل 1.2 میلیون تصویر در 1000 کلاس مختلف بود اموزش دید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61BD1F-48D8-D508-697E-56F01B56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4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098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7534DB2-4005-77E5-7035-76FDCD428FD0}"/>
              </a:ext>
            </a:extLst>
          </p:cNvPr>
          <p:cNvCxnSpPr>
            <a:cxnSpLocks/>
            <a:endCxn id="60" idx="1"/>
          </p:cNvCxnSpPr>
          <p:nvPr/>
        </p:nvCxnSpPr>
        <p:spPr>
          <a:xfrm flipV="1">
            <a:off x="7222195" y="2249402"/>
            <a:ext cx="1235624" cy="474888"/>
          </a:xfrm>
          <a:prstGeom prst="line">
            <a:avLst/>
          </a:prstGeom>
          <a:ln>
            <a:solidFill>
              <a:srgbClr val="004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BD30791-D713-F374-D253-789F8F50FE8D}"/>
              </a:ext>
            </a:extLst>
          </p:cNvPr>
          <p:cNvCxnSpPr/>
          <p:nvPr/>
        </p:nvCxnSpPr>
        <p:spPr>
          <a:xfrm flipH="1">
            <a:off x="7515738" y="3731673"/>
            <a:ext cx="942081" cy="0"/>
          </a:xfrm>
          <a:prstGeom prst="line">
            <a:avLst/>
          </a:prstGeom>
          <a:ln>
            <a:solidFill>
              <a:srgbClr val="004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3CDE09-4BAF-DB1F-2E23-51E97A6BF51F}"/>
              </a:ext>
            </a:extLst>
          </p:cNvPr>
          <p:cNvCxnSpPr>
            <a:cxnSpLocks/>
          </p:cNvCxnSpPr>
          <p:nvPr/>
        </p:nvCxnSpPr>
        <p:spPr>
          <a:xfrm flipH="1" flipV="1">
            <a:off x="7222195" y="4644411"/>
            <a:ext cx="1235624" cy="474888"/>
          </a:xfrm>
          <a:prstGeom prst="line">
            <a:avLst/>
          </a:prstGeom>
          <a:ln>
            <a:solidFill>
              <a:srgbClr val="004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60F3C76-BD39-1ED5-75D8-3F48D64AF9DF}"/>
              </a:ext>
            </a:extLst>
          </p:cNvPr>
          <p:cNvCxnSpPr>
            <a:cxnSpLocks/>
            <a:endCxn id="63" idx="1"/>
          </p:cNvCxnSpPr>
          <p:nvPr/>
        </p:nvCxnSpPr>
        <p:spPr>
          <a:xfrm flipH="1" flipV="1">
            <a:off x="3700933" y="2249402"/>
            <a:ext cx="1235624" cy="516372"/>
          </a:xfrm>
          <a:prstGeom prst="line">
            <a:avLst/>
          </a:prstGeom>
          <a:ln>
            <a:solidFill>
              <a:srgbClr val="004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C242D76-5DEA-5EF4-74E0-29FC901C1AB8}"/>
              </a:ext>
            </a:extLst>
          </p:cNvPr>
          <p:cNvCxnSpPr/>
          <p:nvPr/>
        </p:nvCxnSpPr>
        <p:spPr>
          <a:xfrm>
            <a:off x="3700933" y="3773157"/>
            <a:ext cx="942081" cy="0"/>
          </a:xfrm>
          <a:prstGeom prst="line">
            <a:avLst/>
          </a:prstGeom>
          <a:ln>
            <a:solidFill>
              <a:srgbClr val="004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52259DE-FD72-BB7C-943E-75EA8B2E78D4}"/>
              </a:ext>
            </a:extLst>
          </p:cNvPr>
          <p:cNvCxnSpPr>
            <a:cxnSpLocks/>
          </p:cNvCxnSpPr>
          <p:nvPr/>
        </p:nvCxnSpPr>
        <p:spPr>
          <a:xfrm flipV="1">
            <a:off x="3700933" y="4685895"/>
            <a:ext cx="1235624" cy="474888"/>
          </a:xfrm>
          <a:prstGeom prst="line">
            <a:avLst/>
          </a:prstGeom>
          <a:ln>
            <a:solidFill>
              <a:srgbClr val="004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E4759BF-F187-FA0E-0893-FA207BD136F2}"/>
              </a:ext>
            </a:extLst>
          </p:cNvPr>
          <p:cNvSpPr/>
          <p:nvPr/>
        </p:nvSpPr>
        <p:spPr>
          <a:xfrm>
            <a:off x="8457819" y="1595629"/>
            <a:ext cx="2649807" cy="1307545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20000"/>
              </a:lnSpc>
            </a:pPr>
            <a:r>
              <a:rPr lang="fa-IR" b="1" dirty="0">
                <a:solidFill>
                  <a:srgbClr val="33363F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تشخیص پزشکی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6D97C0F-99A2-0363-B3E5-EE7FFBCACDCF}"/>
              </a:ext>
            </a:extLst>
          </p:cNvPr>
          <p:cNvSpPr/>
          <p:nvPr/>
        </p:nvSpPr>
        <p:spPr>
          <a:xfrm>
            <a:off x="8457819" y="3083187"/>
            <a:ext cx="2649807" cy="1307545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20000"/>
              </a:lnSpc>
            </a:pPr>
            <a:r>
              <a:rPr lang="fa-IR" b="1" dirty="0">
                <a:solidFill>
                  <a:srgbClr val="33363F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خودرو های خودران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34A0A2-28D4-755D-5D8A-204DD1B61257}"/>
              </a:ext>
            </a:extLst>
          </p:cNvPr>
          <p:cNvSpPr/>
          <p:nvPr/>
        </p:nvSpPr>
        <p:spPr>
          <a:xfrm>
            <a:off x="8457819" y="4570746"/>
            <a:ext cx="2649807" cy="1307545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20000"/>
              </a:lnSpc>
            </a:pPr>
            <a:r>
              <a:rPr lang="fa-IR" b="1" dirty="0">
                <a:solidFill>
                  <a:srgbClr val="33363F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هواشناسی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5FF62C6-0380-A215-0A94-F1EC606543B4}"/>
              </a:ext>
            </a:extLst>
          </p:cNvPr>
          <p:cNvSpPr/>
          <p:nvPr/>
        </p:nvSpPr>
        <p:spPr>
          <a:xfrm flipH="1">
            <a:off x="1051126" y="1595629"/>
            <a:ext cx="2649807" cy="1307545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20000"/>
              </a:lnSpc>
            </a:pPr>
            <a:r>
              <a:rPr lang="fa-IR" b="1" dirty="0">
                <a:solidFill>
                  <a:srgbClr val="33363F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چت بات ها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7F85CA9-A111-E464-55D5-BD6D27FA8F8B}"/>
              </a:ext>
            </a:extLst>
          </p:cNvPr>
          <p:cNvSpPr/>
          <p:nvPr/>
        </p:nvSpPr>
        <p:spPr>
          <a:xfrm flipH="1">
            <a:off x="1051126" y="3083187"/>
            <a:ext cx="2649807" cy="1307545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20000"/>
              </a:lnSpc>
            </a:pPr>
            <a:r>
              <a:rPr lang="fa-IR" b="1" dirty="0">
                <a:solidFill>
                  <a:srgbClr val="33363F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تشخیص چهره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C30A2D1-58BD-F549-820A-3943103638FB}"/>
              </a:ext>
            </a:extLst>
          </p:cNvPr>
          <p:cNvSpPr/>
          <p:nvPr/>
        </p:nvSpPr>
        <p:spPr>
          <a:xfrm flipH="1">
            <a:off x="1051126" y="4570746"/>
            <a:ext cx="2649807" cy="1307545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20000"/>
              </a:lnSpc>
            </a:pPr>
            <a:r>
              <a:rPr lang="fa-IR" b="1" dirty="0">
                <a:solidFill>
                  <a:srgbClr val="33363F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تبدیل صوت به متن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F577B9-6C2A-6527-D9D5-2568B6E2ED1A}"/>
              </a:ext>
            </a:extLst>
          </p:cNvPr>
          <p:cNvGrpSpPr/>
          <p:nvPr/>
        </p:nvGrpSpPr>
        <p:grpSpPr>
          <a:xfrm>
            <a:off x="4575214" y="2178775"/>
            <a:ext cx="3011151" cy="3011150"/>
            <a:chOff x="4575214" y="2178775"/>
            <a:chExt cx="3011151" cy="301115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80C86E5-BD6E-BA53-51EE-499AF6389733}"/>
                </a:ext>
              </a:extLst>
            </p:cNvPr>
            <p:cNvGrpSpPr/>
            <p:nvPr/>
          </p:nvGrpSpPr>
          <p:grpSpPr>
            <a:xfrm>
              <a:off x="4575214" y="2178775"/>
              <a:ext cx="3011151" cy="3011150"/>
              <a:chOff x="2849125" y="1520159"/>
              <a:chExt cx="3817681" cy="3817681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A89308-D858-4231-21DC-6756A3209ACC}"/>
                  </a:ext>
                </a:extLst>
              </p:cNvPr>
              <p:cNvSpPr/>
              <p:nvPr/>
            </p:nvSpPr>
            <p:spPr>
              <a:xfrm>
                <a:off x="2849125" y="1520159"/>
                <a:ext cx="3817681" cy="3817681"/>
              </a:xfrm>
              <a:prstGeom prst="ellipse">
                <a:avLst/>
              </a:prstGeom>
              <a:solidFill>
                <a:schemeClr val="bg1">
                  <a:alpha val="60000"/>
                </a:schemeClr>
              </a:solidFill>
              <a:ln>
                <a:solidFill>
                  <a:srgbClr val="87008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1"/>
                <a:endParaRPr lang="fa-IR" dirty="0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1022129-FBAF-2868-9A75-F5437062A62F}"/>
                  </a:ext>
                </a:extLst>
              </p:cNvPr>
              <p:cNvSpPr/>
              <p:nvPr/>
            </p:nvSpPr>
            <p:spPr>
              <a:xfrm>
                <a:off x="3083048" y="1754082"/>
                <a:ext cx="3349836" cy="3349836"/>
              </a:xfrm>
              <a:prstGeom prst="ellipse">
                <a:avLst/>
              </a:prstGeom>
              <a:noFill/>
              <a:ln>
                <a:solidFill>
                  <a:srgbClr val="3D0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1"/>
                <a:endParaRPr lang="fa-IR" dirty="0"/>
              </a:p>
            </p:txBody>
          </p:sp>
        </p:grpSp>
        <p:grpSp>
          <p:nvGrpSpPr>
            <p:cNvPr id="40" name="Google Shape;914;p47">
              <a:extLst>
                <a:ext uri="{FF2B5EF4-FFF2-40B4-BE49-F238E27FC236}">
                  <a16:creationId xmlns:a16="http://schemas.microsoft.com/office/drawing/2014/main" id="{EB579485-E260-63F5-BC02-1B156594F317}"/>
                </a:ext>
              </a:extLst>
            </p:cNvPr>
            <p:cNvGrpSpPr/>
            <p:nvPr/>
          </p:nvGrpSpPr>
          <p:grpSpPr>
            <a:xfrm>
              <a:off x="4931012" y="2903174"/>
              <a:ext cx="2329976" cy="1810326"/>
              <a:chOff x="3186425" y="4160625"/>
              <a:chExt cx="533679" cy="414643"/>
            </a:xfrm>
          </p:grpSpPr>
          <p:grpSp>
            <p:nvGrpSpPr>
              <p:cNvPr id="41" name="Google Shape;915;p47">
                <a:extLst>
                  <a:ext uri="{FF2B5EF4-FFF2-40B4-BE49-F238E27FC236}">
                    <a16:creationId xmlns:a16="http://schemas.microsoft.com/office/drawing/2014/main" id="{FEA4CD54-B4A7-F019-5211-366A341E9D99}"/>
                  </a:ext>
                </a:extLst>
              </p:cNvPr>
              <p:cNvGrpSpPr/>
              <p:nvPr/>
            </p:nvGrpSpPr>
            <p:grpSpPr>
              <a:xfrm>
                <a:off x="3248670" y="4212301"/>
                <a:ext cx="409169" cy="311298"/>
                <a:chOff x="3248670" y="4212301"/>
                <a:chExt cx="409169" cy="311298"/>
              </a:xfrm>
            </p:grpSpPr>
            <p:sp>
              <p:nvSpPr>
                <p:cNvPr id="43" name="Google Shape;916;p47">
                  <a:extLst>
                    <a:ext uri="{FF2B5EF4-FFF2-40B4-BE49-F238E27FC236}">
                      <a16:creationId xmlns:a16="http://schemas.microsoft.com/office/drawing/2014/main" id="{D6A6C880-3461-3FA7-11BE-65A008F10C2B}"/>
                    </a:ext>
                  </a:extLst>
                </p:cNvPr>
                <p:cNvSpPr/>
                <p:nvPr/>
              </p:nvSpPr>
              <p:spPr>
                <a:xfrm>
                  <a:off x="3249849" y="4212301"/>
                  <a:ext cx="337457" cy="2462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7" h="5639" extrusionOk="0">
                      <a:moveTo>
                        <a:pt x="7726" y="1303"/>
                      </a:moveTo>
                      <a:cubicBezTo>
                        <a:pt x="7682" y="1187"/>
                        <a:pt x="7637" y="1124"/>
                        <a:pt x="7584" y="1008"/>
                      </a:cubicBezTo>
                      <a:cubicBezTo>
                        <a:pt x="7432" y="696"/>
                        <a:pt x="7209" y="393"/>
                        <a:pt x="6852" y="294"/>
                      </a:cubicBezTo>
                      <a:cubicBezTo>
                        <a:pt x="6549" y="205"/>
                        <a:pt x="6228" y="286"/>
                        <a:pt x="5915" y="312"/>
                      </a:cubicBezTo>
                      <a:cubicBezTo>
                        <a:pt x="5398" y="348"/>
                        <a:pt x="4889" y="250"/>
                        <a:pt x="4381" y="161"/>
                      </a:cubicBezTo>
                      <a:cubicBezTo>
                        <a:pt x="3872" y="71"/>
                        <a:pt x="3346" y="0"/>
                        <a:pt x="2838" y="98"/>
                      </a:cubicBezTo>
                      <a:cubicBezTo>
                        <a:pt x="2338" y="205"/>
                        <a:pt x="1847" y="509"/>
                        <a:pt x="1651" y="990"/>
                      </a:cubicBezTo>
                      <a:cubicBezTo>
                        <a:pt x="1473" y="1436"/>
                        <a:pt x="750" y="1677"/>
                        <a:pt x="527" y="2105"/>
                      </a:cubicBezTo>
                      <a:cubicBezTo>
                        <a:pt x="286" y="2578"/>
                        <a:pt x="545" y="3096"/>
                        <a:pt x="277" y="3560"/>
                      </a:cubicBezTo>
                      <a:cubicBezTo>
                        <a:pt x="1" y="4032"/>
                        <a:pt x="117" y="4675"/>
                        <a:pt x="482" y="5085"/>
                      </a:cubicBezTo>
                      <a:cubicBezTo>
                        <a:pt x="741" y="5370"/>
                        <a:pt x="1080" y="5549"/>
                        <a:pt x="1455" y="5638"/>
                      </a:cubicBezTo>
                    </a:path>
                  </a:pathLst>
                </a:custGeom>
                <a:gradFill>
                  <a:gsLst>
                    <a:gs pos="0">
                      <a:srgbClr val="CEABFF"/>
                    </a:gs>
                    <a:gs pos="100000">
                      <a:srgbClr val="240155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" name="Google Shape;917;p47">
                  <a:extLst>
                    <a:ext uri="{FF2B5EF4-FFF2-40B4-BE49-F238E27FC236}">
                      <a16:creationId xmlns:a16="http://schemas.microsoft.com/office/drawing/2014/main" id="{02CDFE8E-1A0C-B192-EA67-A95C253EAC2B}"/>
                    </a:ext>
                  </a:extLst>
                </p:cNvPr>
                <p:cNvSpPr/>
                <p:nvPr/>
              </p:nvSpPr>
              <p:spPr>
                <a:xfrm>
                  <a:off x="3304790" y="4265276"/>
                  <a:ext cx="353048" cy="258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84" h="5915" extrusionOk="0">
                      <a:moveTo>
                        <a:pt x="7164" y="72"/>
                      </a:moveTo>
                      <a:cubicBezTo>
                        <a:pt x="6879" y="0"/>
                        <a:pt x="6566" y="72"/>
                        <a:pt x="6281" y="152"/>
                      </a:cubicBezTo>
                      <a:cubicBezTo>
                        <a:pt x="5995" y="241"/>
                        <a:pt x="5710" y="348"/>
                        <a:pt x="5407" y="366"/>
                      </a:cubicBezTo>
                      <a:cubicBezTo>
                        <a:pt x="5050" y="384"/>
                        <a:pt x="4693" y="259"/>
                        <a:pt x="4336" y="188"/>
                      </a:cubicBezTo>
                      <a:cubicBezTo>
                        <a:pt x="3988" y="107"/>
                        <a:pt x="3587" y="90"/>
                        <a:pt x="3292" y="295"/>
                      </a:cubicBezTo>
                      <a:cubicBezTo>
                        <a:pt x="3007" y="491"/>
                        <a:pt x="2481" y="589"/>
                        <a:pt x="2240" y="839"/>
                      </a:cubicBezTo>
                      <a:cubicBezTo>
                        <a:pt x="1954" y="1124"/>
                        <a:pt x="1927" y="1490"/>
                        <a:pt x="1562" y="1669"/>
                      </a:cubicBezTo>
                      <a:cubicBezTo>
                        <a:pt x="884" y="1990"/>
                        <a:pt x="313" y="2596"/>
                        <a:pt x="152" y="3337"/>
                      </a:cubicBezTo>
                      <a:cubicBezTo>
                        <a:pt x="1" y="4068"/>
                        <a:pt x="340" y="4925"/>
                        <a:pt x="1018" y="5246"/>
                      </a:cubicBezTo>
                      <a:cubicBezTo>
                        <a:pt x="1374" y="5406"/>
                        <a:pt x="1776" y="5424"/>
                        <a:pt x="2151" y="5540"/>
                      </a:cubicBezTo>
                      <a:cubicBezTo>
                        <a:pt x="2454" y="5629"/>
                        <a:pt x="2739" y="5781"/>
                        <a:pt x="3060" y="5835"/>
                      </a:cubicBezTo>
                      <a:cubicBezTo>
                        <a:pt x="3596" y="5915"/>
                        <a:pt x="4131" y="5665"/>
                        <a:pt x="4568" y="5335"/>
                      </a:cubicBezTo>
                      <a:cubicBezTo>
                        <a:pt x="5005" y="5014"/>
                        <a:pt x="5380" y="4604"/>
                        <a:pt x="5826" y="4300"/>
                      </a:cubicBezTo>
                      <a:cubicBezTo>
                        <a:pt x="6138" y="4077"/>
                        <a:pt x="6495" y="3899"/>
                        <a:pt x="6789" y="3649"/>
                      </a:cubicBezTo>
                      <a:cubicBezTo>
                        <a:pt x="7012" y="3453"/>
                        <a:pt x="7200" y="3203"/>
                        <a:pt x="7387" y="2962"/>
                      </a:cubicBezTo>
                      <a:cubicBezTo>
                        <a:pt x="7664" y="2596"/>
                        <a:pt x="7949" y="2204"/>
                        <a:pt x="8012" y="1749"/>
                      </a:cubicBezTo>
                      <a:cubicBezTo>
                        <a:pt x="8083" y="1196"/>
                        <a:pt x="7780" y="223"/>
                        <a:pt x="7164" y="72"/>
                      </a:cubicBezTo>
                    </a:path>
                  </a:pathLst>
                </a:custGeom>
                <a:gradFill>
                  <a:gsLst>
                    <a:gs pos="0">
                      <a:srgbClr val="CEABFF"/>
                    </a:gs>
                    <a:gs pos="100000">
                      <a:srgbClr val="240155"/>
                    </a:gs>
                  </a:gsLst>
                  <a:lin ang="16200038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" name="Google Shape;918;p47">
                  <a:extLst>
                    <a:ext uri="{FF2B5EF4-FFF2-40B4-BE49-F238E27FC236}">
                      <a16:creationId xmlns:a16="http://schemas.microsoft.com/office/drawing/2014/main" id="{3F44B76E-6EAB-D5AD-38E0-E12DED5B02FE}"/>
                    </a:ext>
                  </a:extLst>
                </p:cNvPr>
                <p:cNvSpPr/>
                <p:nvPr/>
              </p:nvSpPr>
              <p:spPr>
                <a:xfrm>
                  <a:off x="3461010" y="4317465"/>
                  <a:ext cx="51883" cy="56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" h="1295" extrusionOk="0">
                      <a:moveTo>
                        <a:pt x="848" y="19"/>
                      </a:moveTo>
                      <a:cubicBezTo>
                        <a:pt x="839" y="36"/>
                        <a:pt x="848" y="54"/>
                        <a:pt x="866" y="63"/>
                      </a:cubicBezTo>
                      <a:lnTo>
                        <a:pt x="866" y="63"/>
                      </a:lnTo>
                      <a:cubicBezTo>
                        <a:pt x="1009" y="126"/>
                        <a:pt x="1116" y="268"/>
                        <a:pt x="1125" y="411"/>
                      </a:cubicBezTo>
                      <a:lnTo>
                        <a:pt x="1125" y="411"/>
                      </a:lnTo>
                      <a:cubicBezTo>
                        <a:pt x="1125" y="598"/>
                        <a:pt x="964" y="750"/>
                        <a:pt x="831" y="821"/>
                      </a:cubicBezTo>
                      <a:lnTo>
                        <a:pt x="831" y="821"/>
                      </a:lnTo>
                      <a:cubicBezTo>
                        <a:pt x="715" y="875"/>
                        <a:pt x="599" y="911"/>
                        <a:pt x="474" y="937"/>
                      </a:cubicBezTo>
                      <a:lnTo>
                        <a:pt x="474" y="937"/>
                      </a:lnTo>
                      <a:cubicBezTo>
                        <a:pt x="420" y="955"/>
                        <a:pt x="358" y="973"/>
                        <a:pt x="295" y="991"/>
                      </a:cubicBezTo>
                      <a:lnTo>
                        <a:pt x="295" y="991"/>
                      </a:lnTo>
                      <a:cubicBezTo>
                        <a:pt x="126" y="1053"/>
                        <a:pt x="19" y="1143"/>
                        <a:pt x="1" y="1250"/>
                      </a:cubicBezTo>
                      <a:lnTo>
                        <a:pt x="1" y="1250"/>
                      </a:lnTo>
                      <a:cubicBezTo>
                        <a:pt x="1" y="1268"/>
                        <a:pt x="10" y="1285"/>
                        <a:pt x="28" y="1294"/>
                      </a:cubicBezTo>
                      <a:lnTo>
                        <a:pt x="28" y="1294"/>
                      </a:lnTo>
                      <a:cubicBezTo>
                        <a:pt x="28" y="1294"/>
                        <a:pt x="37" y="1294"/>
                        <a:pt x="37" y="1294"/>
                      </a:cubicBezTo>
                      <a:lnTo>
                        <a:pt x="37" y="1294"/>
                      </a:lnTo>
                      <a:cubicBezTo>
                        <a:pt x="45" y="1294"/>
                        <a:pt x="63" y="1276"/>
                        <a:pt x="63" y="1268"/>
                      </a:cubicBezTo>
                      <a:lnTo>
                        <a:pt x="63" y="1268"/>
                      </a:lnTo>
                      <a:cubicBezTo>
                        <a:pt x="81" y="1152"/>
                        <a:pt x="215" y="1089"/>
                        <a:pt x="313" y="1053"/>
                      </a:cubicBezTo>
                      <a:lnTo>
                        <a:pt x="313" y="1053"/>
                      </a:lnTo>
                      <a:cubicBezTo>
                        <a:pt x="376" y="1036"/>
                        <a:pt x="438" y="1018"/>
                        <a:pt x="492" y="1000"/>
                      </a:cubicBezTo>
                      <a:lnTo>
                        <a:pt x="492" y="1000"/>
                      </a:lnTo>
                      <a:cubicBezTo>
                        <a:pt x="616" y="964"/>
                        <a:pt x="741" y="937"/>
                        <a:pt x="857" y="875"/>
                      </a:cubicBezTo>
                      <a:lnTo>
                        <a:pt x="857" y="875"/>
                      </a:lnTo>
                      <a:cubicBezTo>
                        <a:pt x="1018" y="795"/>
                        <a:pt x="1187" y="625"/>
                        <a:pt x="1187" y="411"/>
                      </a:cubicBezTo>
                      <a:lnTo>
                        <a:pt x="1187" y="411"/>
                      </a:lnTo>
                      <a:cubicBezTo>
                        <a:pt x="1178" y="242"/>
                        <a:pt x="1062" y="81"/>
                        <a:pt x="884" y="1"/>
                      </a:cubicBezTo>
                      <a:lnTo>
                        <a:pt x="884" y="1"/>
                      </a:lnTo>
                      <a:cubicBezTo>
                        <a:pt x="884" y="1"/>
                        <a:pt x="875" y="1"/>
                        <a:pt x="875" y="1"/>
                      </a:cubicBezTo>
                      <a:lnTo>
                        <a:pt x="875" y="1"/>
                      </a:lnTo>
                      <a:cubicBezTo>
                        <a:pt x="857" y="1"/>
                        <a:pt x="848" y="10"/>
                        <a:pt x="848" y="19"/>
                      </a:cubicBezTo>
                    </a:path>
                  </a:pathLst>
                </a:custGeom>
                <a:solidFill>
                  <a:srgbClr val="CEAB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919;p47">
                  <a:extLst>
                    <a:ext uri="{FF2B5EF4-FFF2-40B4-BE49-F238E27FC236}">
                      <a16:creationId xmlns:a16="http://schemas.microsoft.com/office/drawing/2014/main" id="{EB86998D-5170-4A9E-F3DD-8609E3AE4B63}"/>
                    </a:ext>
                  </a:extLst>
                </p:cNvPr>
                <p:cNvSpPr/>
                <p:nvPr/>
              </p:nvSpPr>
              <p:spPr>
                <a:xfrm>
                  <a:off x="3548706" y="4278902"/>
                  <a:ext cx="33934" cy="78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" h="1794" extrusionOk="0">
                      <a:moveTo>
                        <a:pt x="0" y="27"/>
                      </a:moveTo>
                      <a:cubicBezTo>
                        <a:pt x="0" y="36"/>
                        <a:pt x="9" y="54"/>
                        <a:pt x="27" y="63"/>
                      </a:cubicBezTo>
                      <a:lnTo>
                        <a:pt x="27" y="63"/>
                      </a:lnTo>
                      <a:cubicBezTo>
                        <a:pt x="375" y="143"/>
                        <a:pt x="642" y="464"/>
                        <a:pt x="678" y="839"/>
                      </a:cubicBezTo>
                      <a:lnTo>
                        <a:pt x="678" y="839"/>
                      </a:lnTo>
                      <a:cubicBezTo>
                        <a:pt x="714" y="1214"/>
                        <a:pt x="491" y="1588"/>
                        <a:pt x="152" y="1740"/>
                      </a:cubicBezTo>
                      <a:lnTo>
                        <a:pt x="152" y="1740"/>
                      </a:lnTo>
                      <a:cubicBezTo>
                        <a:pt x="134" y="1740"/>
                        <a:pt x="125" y="1758"/>
                        <a:pt x="134" y="1776"/>
                      </a:cubicBezTo>
                      <a:lnTo>
                        <a:pt x="134" y="1776"/>
                      </a:lnTo>
                      <a:cubicBezTo>
                        <a:pt x="134" y="1794"/>
                        <a:pt x="152" y="1794"/>
                        <a:pt x="161" y="1794"/>
                      </a:cubicBezTo>
                      <a:lnTo>
                        <a:pt x="161" y="1794"/>
                      </a:lnTo>
                      <a:cubicBezTo>
                        <a:pt x="161" y="1794"/>
                        <a:pt x="170" y="1794"/>
                        <a:pt x="170" y="1794"/>
                      </a:cubicBezTo>
                      <a:lnTo>
                        <a:pt x="170" y="1794"/>
                      </a:lnTo>
                      <a:cubicBezTo>
                        <a:pt x="544" y="1633"/>
                        <a:pt x="776" y="1232"/>
                        <a:pt x="741" y="830"/>
                      </a:cubicBezTo>
                      <a:lnTo>
                        <a:pt x="741" y="830"/>
                      </a:lnTo>
                      <a:cubicBezTo>
                        <a:pt x="705" y="429"/>
                        <a:pt x="419" y="81"/>
                        <a:pt x="36" y="1"/>
                      </a:cubicBezTo>
                      <a:lnTo>
                        <a:pt x="36" y="1"/>
                      </a:lnTo>
                      <a:cubicBezTo>
                        <a:pt x="36" y="1"/>
                        <a:pt x="36" y="1"/>
                        <a:pt x="27" y="1"/>
                      </a:cubicBezTo>
                      <a:lnTo>
                        <a:pt x="27" y="1"/>
                      </a:lnTo>
                      <a:cubicBezTo>
                        <a:pt x="18" y="1"/>
                        <a:pt x="0" y="9"/>
                        <a:pt x="0" y="27"/>
                      </a:cubicBezTo>
                    </a:path>
                  </a:pathLst>
                </a:custGeom>
                <a:solidFill>
                  <a:srgbClr val="CEAB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920;p47">
                  <a:extLst>
                    <a:ext uri="{FF2B5EF4-FFF2-40B4-BE49-F238E27FC236}">
                      <a16:creationId xmlns:a16="http://schemas.microsoft.com/office/drawing/2014/main" id="{3C8729B7-3C97-065C-5770-44BCB99EAA57}"/>
                    </a:ext>
                  </a:extLst>
                </p:cNvPr>
                <p:cNvSpPr/>
                <p:nvPr/>
              </p:nvSpPr>
              <p:spPr>
                <a:xfrm>
                  <a:off x="3404933" y="4414114"/>
                  <a:ext cx="25374" cy="40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" h="919" extrusionOk="0">
                      <a:moveTo>
                        <a:pt x="536" y="0"/>
                      </a:moveTo>
                      <a:cubicBezTo>
                        <a:pt x="339" y="27"/>
                        <a:pt x="161" y="152"/>
                        <a:pt x="81" y="339"/>
                      </a:cubicBezTo>
                      <a:lnTo>
                        <a:pt x="81" y="339"/>
                      </a:lnTo>
                      <a:cubicBezTo>
                        <a:pt x="0" y="518"/>
                        <a:pt x="18" y="741"/>
                        <a:pt x="134" y="901"/>
                      </a:cubicBezTo>
                      <a:lnTo>
                        <a:pt x="134" y="901"/>
                      </a:lnTo>
                      <a:cubicBezTo>
                        <a:pt x="143" y="910"/>
                        <a:pt x="152" y="919"/>
                        <a:pt x="161" y="919"/>
                      </a:cubicBezTo>
                      <a:lnTo>
                        <a:pt x="161" y="919"/>
                      </a:lnTo>
                      <a:cubicBezTo>
                        <a:pt x="170" y="919"/>
                        <a:pt x="170" y="910"/>
                        <a:pt x="179" y="910"/>
                      </a:cubicBezTo>
                      <a:lnTo>
                        <a:pt x="179" y="910"/>
                      </a:lnTo>
                      <a:cubicBezTo>
                        <a:pt x="197" y="901"/>
                        <a:pt x="197" y="883"/>
                        <a:pt x="188" y="865"/>
                      </a:cubicBezTo>
                      <a:lnTo>
                        <a:pt x="188" y="865"/>
                      </a:lnTo>
                      <a:cubicBezTo>
                        <a:pt x="89" y="723"/>
                        <a:pt x="72" y="526"/>
                        <a:pt x="143" y="366"/>
                      </a:cubicBezTo>
                      <a:lnTo>
                        <a:pt x="143" y="366"/>
                      </a:lnTo>
                      <a:cubicBezTo>
                        <a:pt x="214" y="205"/>
                        <a:pt x="375" y="80"/>
                        <a:pt x="544" y="63"/>
                      </a:cubicBezTo>
                      <a:lnTo>
                        <a:pt x="544" y="63"/>
                      </a:lnTo>
                      <a:cubicBezTo>
                        <a:pt x="562" y="63"/>
                        <a:pt x="580" y="45"/>
                        <a:pt x="571" y="27"/>
                      </a:cubicBezTo>
                      <a:lnTo>
                        <a:pt x="571" y="27"/>
                      </a:lnTo>
                      <a:cubicBezTo>
                        <a:pt x="571" y="9"/>
                        <a:pt x="562" y="0"/>
                        <a:pt x="544" y="0"/>
                      </a:cubicBezTo>
                      <a:lnTo>
                        <a:pt x="544" y="0"/>
                      </a:lnTo>
                      <a:cubicBezTo>
                        <a:pt x="544" y="0"/>
                        <a:pt x="544" y="0"/>
                        <a:pt x="536" y="0"/>
                      </a:cubicBezTo>
                      <a:close/>
                    </a:path>
                  </a:pathLst>
                </a:custGeom>
                <a:solidFill>
                  <a:srgbClr val="CEAB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" name="Google Shape;921;p47">
                  <a:extLst>
                    <a:ext uri="{FF2B5EF4-FFF2-40B4-BE49-F238E27FC236}">
                      <a16:creationId xmlns:a16="http://schemas.microsoft.com/office/drawing/2014/main" id="{F14A1399-3116-1140-2A94-779DB1B2D743}"/>
                    </a:ext>
                  </a:extLst>
                </p:cNvPr>
                <p:cNvSpPr/>
                <p:nvPr/>
              </p:nvSpPr>
              <p:spPr>
                <a:xfrm>
                  <a:off x="3468827" y="4251257"/>
                  <a:ext cx="14456" cy="15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366" extrusionOk="0">
                      <a:moveTo>
                        <a:pt x="54" y="98"/>
                      </a:moveTo>
                      <a:cubicBezTo>
                        <a:pt x="0" y="179"/>
                        <a:pt x="9" y="286"/>
                        <a:pt x="72" y="357"/>
                      </a:cubicBezTo>
                      <a:lnTo>
                        <a:pt x="72" y="357"/>
                      </a:lnTo>
                      <a:cubicBezTo>
                        <a:pt x="72" y="366"/>
                        <a:pt x="81" y="366"/>
                        <a:pt x="90" y="366"/>
                      </a:cubicBezTo>
                      <a:lnTo>
                        <a:pt x="90" y="366"/>
                      </a:lnTo>
                      <a:cubicBezTo>
                        <a:pt x="98" y="366"/>
                        <a:pt x="107" y="366"/>
                        <a:pt x="116" y="366"/>
                      </a:cubicBezTo>
                      <a:lnTo>
                        <a:pt x="116" y="366"/>
                      </a:lnTo>
                      <a:cubicBezTo>
                        <a:pt x="125" y="348"/>
                        <a:pt x="125" y="330"/>
                        <a:pt x="116" y="321"/>
                      </a:cubicBezTo>
                      <a:lnTo>
                        <a:pt x="116" y="321"/>
                      </a:lnTo>
                      <a:cubicBezTo>
                        <a:pt x="72" y="268"/>
                        <a:pt x="72" y="187"/>
                        <a:pt x="107" y="134"/>
                      </a:cubicBezTo>
                      <a:lnTo>
                        <a:pt x="107" y="134"/>
                      </a:lnTo>
                      <a:cubicBezTo>
                        <a:pt x="143" y="80"/>
                        <a:pt x="223" y="54"/>
                        <a:pt x="286" y="72"/>
                      </a:cubicBezTo>
                      <a:lnTo>
                        <a:pt x="286" y="72"/>
                      </a:lnTo>
                      <a:cubicBezTo>
                        <a:pt x="295" y="72"/>
                        <a:pt x="313" y="63"/>
                        <a:pt x="321" y="45"/>
                      </a:cubicBezTo>
                      <a:lnTo>
                        <a:pt x="321" y="45"/>
                      </a:lnTo>
                      <a:cubicBezTo>
                        <a:pt x="330" y="36"/>
                        <a:pt x="321" y="18"/>
                        <a:pt x="304" y="9"/>
                      </a:cubicBezTo>
                      <a:lnTo>
                        <a:pt x="304" y="9"/>
                      </a:lnTo>
                      <a:cubicBezTo>
                        <a:pt x="277" y="0"/>
                        <a:pt x="259" y="0"/>
                        <a:pt x="241" y="0"/>
                      </a:cubicBezTo>
                      <a:lnTo>
                        <a:pt x="241" y="0"/>
                      </a:lnTo>
                      <a:cubicBezTo>
                        <a:pt x="170" y="0"/>
                        <a:pt x="98" y="36"/>
                        <a:pt x="54" y="98"/>
                      </a:cubicBezTo>
                    </a:path>
                  </a:pathLst>
                </a:custGeom>
                <a:solidFill>
                  <a:srgbClr val="CEAB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" name="Google Shape;922;p47">
                  <a:extLst>
                    <a:ext uri="{FF2B5EF4-FFF2-40B4-BE49-F238E27FC236}">
                      <a16:creationId xmlns:a16="http://schemas.microsoft.com/office/drawing/2014/main" id="{2A1300A8-B8D1-5783-2BAE-2F59DA25D83F}"/>
                    </a:ext>
                  </a:extLst>
                </p:cNvPr>
                <p:cNvSpPr/>
                <p:nvPr/>
              </p:nvSpPr>
              <p:spPr>
                <a:xfrm>
                  <a:off x="3248670" y="4213043"/>
                  <a:ext cx="407988" cy="309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2" h="7076" extrusionOk="0">
                      <a:moveTo>
                        <a:pt x="2865" y="54"/>
                      </a:moveTo>
                      <a:cubicBezTo>
                        <a:pt x="2704" y="90"/>
                        <a:pt x="2561" y="135"/>
                        <a:pt x="2419" y="197"/>
                      </a:cubicBezTo>
                      <a:lnTo>
                        <a:pt x="2419" y="197"/>
                      </a:lnTo>
                      <a:cubicBezTo>
                        <a:pt x="2419" y="197"/>
                        <a:pt x="2419" y="197"/>
                        <a:pt x="2419" y="206"/>
                      </a:cubicBezTo>
                      <a:lnTo>
                        <a:pt x="2419" y="206"/>
                      </a:lnTo>
                      <a:cubicBezTo>
                        <a:pt x="2062" y="367"/>
                        <a:pt x="1776" y="643"/>
                        <a:pt x="1651" y="964"/>
                      </a:cubicBezTo>
                      <a:lnTo>
                        <a:pt x="1651" y="964"/>
                      </a:lnTo>
                      <a:cubicBezTo>
                        <a:pt x="1633" y="1009"/>
                        <a:pt x="1607" y="1045"/>
                        <a:pt x="1580" y="1089"/>
                      </a:cubicBezTo>
                      <a:lnTo>
                        <a:pt x="1580" y="1089"/>
                      </a:lnTo>
                      <a:cubicBezTo>
                        <a:pt x="1571" y="1089"/>
                        <a:pt x="1562" y="1098"/>
                        <a:pt x="1562" y="1116"/>
                      </a:cubicBezTo>
                      <a:lnTo>
                        <a:pt x="1562" y="1116"/>
                      </a:lnTo>
                      <a:cubicBezTo>
                        <a:pt x="1562" y="1116"/>
                        <a:pt x="1562" y="1116"/>
                        <a:pt x="1562" y="1116"/>
                      </a:cubicBezTo>
                      <a:lnTo>
                        <a:pt x="1562" y="1116"/>
                      </a:lnTo>
                      <a:cubicBezTo>
                        <a:pt x="1446" y="1277"/>
                        <a:pt x="1259" y="1401"/>
                        <a:pt x="1089" y="1535"/>
                      </a:cubicBezTo>
                      <a:lnTo>
                        <a:pt x="1089" y="1535"/>
                      </a:lnTo>
                      <a:cubicBezTo>
                        <a:pt x="866" y="1696"/>
                        <a:pt x="634" y="1856"/>
                        <a:pt x="527" y="2071"/>
                      </a:cubicBezTo>
                      <a:lnTo>
                        <a:pt x="527" y="2071"/>
                      </a:lnTo>
                      <a:cubicBezTo>
                        <a:pt x="402" y="2311"/>
                        <a:pt x="402" y="2561"/>
                        <a:pt x="411" y="2802"/>
                      </a:cubicBezTo>
                      <a:lnTo>
                        <a:pt x="411" y="2802"/>
                      </a:lnTo>
                      <a:cubicBezTo>
                        <a:pt x="411" y="3052"/>
                        <a:pt x="411" y="3293"/>
                        <a:pt x="277" y="3525"/>
                      </a:cubicBezTo>
                      <a:lnTo>
                        <a:pt x="277" y="3525"/>
                      </a:lnTo>
                      <a:cubicBezTo>
                        <a:pt x="1" y="3989"/>
                        <a:pt x="90" y="4649"/>
                        <a:pt x="492" y="5095"/>
                      </a:cubicBezTo>
                      <a:lnTo>
                        <a:pt x="492" y="5095"/>
                      </a:lnTo>
                      <a:cubicBezTo>
                        <a:pt x="732" y="5362"/>
                        <a:pt x="1071" y="5559"/>
                        <a:pt x="1473" y="5657"/>
                      </a:cubicBezTo>
                      <a:lnTo>
                        <a:pt x="1473" y="5657"/>
                      </a:lnTo>
                      <a:cubicBezTo>
                        <a:pt x="1473" y="5657"/>
                        <a:pt x="1473" y="5657"/>
                        <a:pt x="1482" y="5657"/>
                      </a:cubicBezTo>
                      <a:lnTo>
                        <a:pt x="1482" y="5657"/>
                      </a:lnTo>
                      <a:cubicBezTo>
                        <a:pt x="1491" y="5657"/>
                        <a:pt x="1509" y="5648"/>
                        <a:pt x="1509" y="5630"/>
                      </a:cubicBezTo>
                      <a:lnTo>
                        <a:pt x="1509" y="5630"/>
                      </a:lnTo>
                      <a:cubicBezTo>
                        <a:pt x="1509" y="5621"/>
                        <a:pt x="1509" y="5621"/>
                        <a:pt x="1509" y="5612"/>
                      </a:cubicBezTo>
                      <a:lnTo>
                        <a:pt x="1509" y="5612"/>
                      </a:lnTo>
                      <a:cubicBezTo>
                        <a:pt x="1660" y="5987"/>
                        <a:pt x="1937" y="6299"/>
                        <a:pt x="2294" y="6469"/>
                      </a:cubicBezTo>
                      <a:lnTo>
                        <a:pt x="2294" y="6469"/>
                      </a:lnTo>
                      <a:cubicBezTo>
                        <a:pt x="2508" y="6567"/>
                        <a:pt x="2749" y="6620"/>
                        <a:pt x="2981" y="6665"/>
                      </a:cubicBezTo>
                      <a:lnTo>
                        <a:pt x="2981" y="6665"/>
                      </a:lnTo>
                      <a:cubicBezTo>
                        <a:pt x="3132" y="6692"/>
                        <a:pt x="3284" y="6718"/>
                        <a:pt x="3427" y="6763"/>
                      </a:cubicBezTo>
                      <a:lnTo>
                        <a:pt x="3427" y="6763"/>
                      </a:lnTo>
                      <a:cubicBezTo>
                        <a:pt x="3534" y="6799"/>
                        <a:pt x="3650" y="6843"/>
                        <a:pt x="3757" y="6879"/>
                      </a:cubicBezTo>
                      <a:lnTo>
                        <a:pt x="3757" y="6879"/>
                      </a:lnTo>
                      <a:cubicBezTo>
                        <a:pt x="3944" y="6959"/>
                        <a:pt x="4140" y="7031"/>
                        <a:pt x="4337" y="7057"/>
                      </a:cubicBezTo>
                      <a:lnTo>
                        <a:pt x="4337" y="7057"/>
                      </a:lnTo>
                      <a:cubicBezTo>
                        <a:pt x="4408" y="7066"/>
                        <a:pt x="4479" y="7075"/>
                        <a:pt x="4551" y="7075"/>
                      </a:cubicBezTo>
                      <a:lnTo>
                        <a:pt x="4551" y="7075"/>
                      </a:lnTo>
                      <a:cubicBezTo>
                        <a:pt x="5068" y="7075"/>
                        <a:pt x="5541" y="6808"/>
                        <a:pt x="5871" y="6558"/>
                      </a:cubicBezTo>
                      <a:lnTo>
                        <a:pt x="5871" y="6558"/>
                      </a:lnTo>
                      <a:cubicBezTo>
                        <a:pt x="6076" y="6406"/>
                        <a:pt x="6263" y="6237"/>
                        <a:pt x="6451" y="6076"/>
                      </a:cubicBezTo>
                      <a:lnTo>
                        <a:pt x="6451" y="6076"/>
                      </a:lnTo>
                      <a:cubicBezTo>
                        <a:pt x="6665" y="5880"/>
                        <a:pt x="6888" y="5684"/>
                        <a:pt x="7129" y="5514"/>
                      </a:cubicBezTo>
                      <a:lnTo>
                        <a:pt x="7129" y="5514"/>
                      </a:lnTo>
                      <a:cubicBezTo>
                        <a:pt x="7245" y="5434"/>
                        <a:pt x="7370" y="5362"/>
                        <a:pt x="7495" y="5282"/>
                      </a:cubicBezTo>
                      <a:lnTo>
                        <a:pt x="7495" y="5282"/>
                      </a:lnTo>
                      <a:cubicBezTo>
                        <a:pt x="7691" y="5157"/>
                        <a:pt x="7905" y="5032"/>
                        <a:pt x="8092" y="4872"/>
                      </a:cubicBezTo>
                      <a:lnTo>
                        <a:pt x="8092" y="4872"/>
                      </a:lnTo>
                      <a:cubicBezTo>
                        <a:pt x="8217" y="4756"/>
                        <a:pt x="8333" y="4640"/>
                        <a:pt x="8440" y="4506"/>
                      </a:cubicBezTo>
                      <a:lnTo>
                        <a:pt x="8440" y="4506"/>
                      </a:lnTo>
                      <a:lnTo>
                        <a:pt x="8440" y="4506"/>
                      </a:lnTo>
                      <a:lnTo>
                        <a:pt x="8440" y="4506"/>
                      </a:lnTo>
                      <a:cubicBezTo>
                        <a:pt x="8529" y="4399"/>
                        <a:pt x="8610" y="4283"/>
                        <a:pt x="8699" y="4176"/>
                      </a:cubicBezTo>
                      <a:lnTo>
                        <a:pt x="8699" y="4176"/>
                      </a:lnTo>
                      <a:cubicBezTo>
                        <a:pt x="8949" y="3846"/>
                        <a:pt x="9261" y="3427"/>
                        <a:pt x="9323" y="2945"/>
                      </a:cubicBezTo>
                      <a:lnTo>
                        <a:pt x="9323" y="2945"/>
                      </a:lnTo>
                      <a:cubicBezTo>
                        <a:pt x="9332" y="2865"/>
                        <a:pt x="9341" y="2784"/>
                        <a:pt x="9332" y="2686"/>
                      </a:cubicBezTo>
                      <a:lnTo>
                        <a:pt x="9332" y="2686"/>
                      </a:lnTo>
                      <a:cubicBezTo>
                        <a:pt x="9332" y="2686"/>
                        <a:pt x="9332" y="2677"/>
                        <a:pt x="9332" y="2668"/>
                      </a:cubicBezTo>
                      <a:lnTo>
                        <a:pt x="9332" y="2668"/>
                      </a:lnTo>
                      <a:cubicBezTo>
                        <a:pt x="9297" y="2106"/>
                        <a:pt x="9002" y="1375"/>
                        <a:pt x="8458" y="1241"/>
                      </a:cubicBezTo>
                      <a:lnTo>
                        <a:pt x="8458" y="1241"/>
                      </a:lnTo>
                      <a:cubicBezTo>
                        <a:pt x="8235" y="1187"/>
                        <a:pt x="7994" y="1214"/>
                        <a:pt x="7780" y="1259"/>
                      </a:cubicBezTo>
                      <a:lnTo>
                        <a:pt x="7780" y="1259"/>
                      </a:lnTo>
                      <a:cubicBezTo>
                        <a:pt x="7753" y="1187"/>
                        <a:pt x="7718" y="1134"/>
                        <a:pt x="7691" y="1071"/>
                      </a:cubicBezTo>
                      <a:lnTo>
                        <a:pt x="7691" y="1071"/>
                      </a:lnTo>
                      <a:cubicBezTo>
                        <a:pt x="7673" y="1045"/>
                        <a:pt x="7655" y="1009"/>
                        <a:pt x="7637" y="982"/>
                      </a:cubicBezTo>
                      <a:lnTo>
                        <a:pt x="7637" y="982"/>
                      </a:lnTo>
                      <a:cubicBezTo>
                        <a:pt x="7441" y="572"/>
                        <a:pt x="7200" y="331"/>
                        <a:pt x="6888" y="242"/>
                      </a:cubicBezTo>
                      <a:lnTo>
                        <a:pt x="6888" y="242"/>
                      </a:lnTo>
                      <a:cubicBezTo>
                        <a:pt x="6656" y="170"/>
                        <a:pt x="6406" y="206"/>
                        <a:pt x="6165" y="233"/>
                      </a:cubicBezTo>
                      <a:lnTo>
                        <a:pt x="6165" y="233"/>
                      </a:lnTo>
                      <a:cubicBezTo>
                        <a:pt x="6094" y="242"/>
                        <a:pt x="6014" y="251"/>
                        <a:pt x="5942" y="260"/>
                      </a:cubicBezTo>
                      <a:lnTo>
                        <a:pt x="5942" y="260"/>
                      </a:lnTo>
                      <a:cubicBezTo>
                        <a:pt x="5478" y="295"/>
                        <a:pt x="5006" y="215"/>
                        <a:pt x="4542" y="135"/>
                      </a:cubicBezTo>
                      <a:lnTo>
                        <a:pt x="4542" y="135"/>
                      </a:lnTo>
                      <a:lnTo>
                        <a:pt x="4408" y="117"/>
                      </a:lnTo>
                      <a:cubicBezTo>
                        <a:pt x="4087" y="54"/>
                        <a:pt x="3739" y="1"/>
                        <a:pt x="3400" y="1"/>
                      </a:cubicBezTo>
                      <a:lnTo>
                        <a:pt x="3400" y="1"/>
                      </a:lnTo>
                      <a:cubicBezTo>
                        <a:pt x="3221" y="1"/>
                        <a:pt x="3043" y="19"/>
                        <a:pt x="2865" y="54"/>
                      </a:cubicBezTo>
                      <a:moveTo>
                        <a:pt x="2579" y="884"/>
                      </a:moveTo>
                      <a:cubicBezTo>
                        <a:pt x="2552" y="875"/>
                        <a:pt x="2526" y="848"/>
                        <a:pt x="2499" y="813"/>
                      </a:cubicBezTo>
                      <a:lnTo>
                        <a:pt x="2499" y="813"/>
                      </a:lnTo>
                      <a:cubicBezTo>
                        <a:pt x="2383" y="643"/>
                        <a:pt x="2365" y="429"/>
                        <a:pt x="2454" y="251"/>
                      </a:cubicBezTo>
                      <a:lnTo>
                        <a:pt x="2454" y="251"/>
                      </a:lnTo>
                      <a:cubicBezTo>
                        <a:pt x="2588" y="197"/>
                        <a:pt x="2722" y="144"/>
                        <a:pt x="2873" y="117"/>
                      </a:cubicBezTo>
                      <a:lnTo>
                        <a:pt x="2873" y="117"/>
                      </a:lnTo>
                      <a:cubicBezTo>
                        <a:pt x="3346" y="19"/>
                        <a:pt x="3828" y="81"/>
                        <a:pt x="4292" y="153"/>
                      </a:cubicBezTo>
                      <a:lnTo>
                        <a:pt x="4292" y="153"/>
                      </a:lnTo>
                      <a:cubicBezTo>
                        <a:pt x="4292" y="161"/>
                        <a:pt x="4301" y="170"/>
                        <a:pt x="4310" y="170"/>
                      </a:cubicBezTo>
                      <a:lnTo>
                        <a:pt x="4310" y="170"/>
                      </a:lnTo>
                      <a:cubicBezTo>
                        <a:pt x="4372" y="188"/>
                        <a:pt x="4426" y="251"/>
                        <a:pt x="4435" y="322"/>
                      </a:cubicBezTo>
                      <a:lnTo>
                        <a:pt x="4435" y="322"/>
                      </a:lnTo>
                      <a:cubicBezTo>
                        <a:pt x="4435" y="385"/>
                        <a:pt x="4390" y="456"/>
                        <a:pt x="4319" y="474"/>
                      </a:cubicBezTo>
                      <a:lnTo>
                        <a:pt x="4319" y="474"/>
                      </a:lnTo>
                      <a:cubicBezTo>
                        <a:pt x="4310" y="483"/>
                        <a:pt x="4301" y="500"/>
                        <a:pt x="4301" y="518"/>
                      </a:cubicBezTo>
                      <a:lnTo>
                        <a:pt x="4301" y="518"/>
                      </a:lnTo>
                      <a:cubicBezTo>
                        <a:pt x="4310" y="527"/>
                        <a:pt x="4319" y="536"/>
                        <a:pt x="4328" y="536"/>
                      </a:cubicBezTo>
                      <a:lnTo>
                        <a:pt x="4328" y="536"/>
                      </a:lnTo>
                      <a:cubicBezTo>
                        <a:pt x="4337" y="536"/>
                        <a:pt x="4337" y="536"/>
                        <a:pt x="4345" y="536"/>
                      </a:cubicBezTo>
                      <a:lnTo>
                        <a:pt x="4345" y="536"/>
                      </a:lnTo>
                      <a:cubicBezTo>
                        <a:pt x="4435" y="509"/>
                        <a:pt x="4497" y="411"/>
                        <a:pt x="4497" y="313"/>
                      </a:cubicBezTo>
                      <a:lnTo>
                        <a:pt x="4497" y="313"/>
                      </a:lnTo>
                      <a:cubicBezTo>
                        <a:pt x="4497" y="269"/>
                        <a:pt x="4470" y="224"/>
                        <a:pt x="4444" y="179"/>
                      </a:cubicBezTo>
                      <a:lnTo>
                        <a:pt x="4444" y="179"/>
                      </a:lnTo>
                      <a:lnTo>
                        <a:pt x="4533" y="197"/>
                      </a:lnTo>
                      <a:cubicBezTo>
                        <a:pt x="4899" y="260"/>
                        <a:pt x="5273" y="331"/>
                        <a:pt x="5648" y="331"/>
                      </a:cubicBezTo>
                      <a:lnTo>
                        <a:pt x="5648" y="331"/>
                      </a:lnTo>
                      <a:cubicBezTo>
                        <a:pt x="5648" y="331"/>
                        <a:pt x="5648" y="331"/>
                        <a:pt x="5657" y="331"/>
                      </a:cubicBezTo>
                      <a:lnTo>
                        <a:pt x="5657" y="331"/>
                      </a:lnTo>
                      <a:cubicBezTo>
                        <a:pt x="5666" y="331"/>
                        <a:pt x="5666" y="331"/>
                        <a:pt x="5675" y="331"/>
                      </a:cubicBezTo>
                      <a:lnTo>
                        <a:pt x="5675" y="331"/>
                      </a:lnTo>
                      <a:lnTo>
                        <a:pt x="5684" y="331"/>
                      </a:lnTo>
                      <a:cubicBezTo>
                        <a:pt x="5826" y="340"/>
                        <a:pt x="5960" y="465"/>
                        <a:pt x="6014" y="599"/>
                      </a:cubicBezTo>
                      <a:lnTo>
                        <a:pt x="6014" y="599"/>
                      </a:lnTo>
                      <a:cubicBezTo>
                        <a:pt x="6076" y="732"/>
                        <a:pt x="6032" y="911"/>
                        <a:pt x="5916" y="1009"/>
                      </a:cubicBezTo>
                      <a:lnTo>
                        <a:pt x="5916" y="1009"/>
                      </a:lnTo>
                      <a:cubicBezTo>
                        <a:pt x="5907" y="1018"/>
                        <a:pt x="5907" y="1027"/>
                        <a:pt x="5907" y="1036"/>
                      </a:cubicBezTo>
                      <a:lnTo>
                        <a:pt x="5907" y="1036"/>
                      </a:lnTo>
                      <a:cubicBezTo>
                        <a:pt x="5907" y="1054"/>
                        <a:pt x="5916" y="1062"/>
                        <a:pt x="5924" y="1062"/>
                      </a:cubicBezTo>
                      <a:lnTo>
                        <a:pt x="5924" y="1062"/>
                      </a:lnTo>
                      <a:lnTo>
                        <a:pt x="6005" y="1089"/>
                      </a:lnTo>
                      <a:cubicBezTo>
                        <a:pt x="6014" y="1089"/>
                        <a:pt x="6014" y="1089"/>
                        <a:pt x="6014" y="1089"/>
                      </a:cubicBezTo>
                      <a:lnTo>
                        <a:pt x="6014" y="1089"/>
                      </a:lnTo>
                      <a:cubicBezTo>
                        <a:pt x="6032" y="1089"/>
                        <a:pt x="6040" y="1080"/>
                        <a:pt x="6049" y="1062"/>
                      </a:cubicBezTo>
                      <a:lnTo>
                        <a:pt x="6049" y="1062"/>
                      </a:lnTo>
                      <a:cubicBezTo>
                        <a:pt x="6049" y="1054"/>
                        <a:pt x="6040" y="1036"/>
                        <a:pt x="6023" y="1027"/>
                      </a:cubicBezTo>
                      <a:lnTo>
                        <a:pt x="6023" y="1027"/>
                      </a:lnTo>
                      <a:lnTo>
                        <a:pt x="5996" y="1018"/>
                      </a:lnTo>
                      <a:cubicBezTo>
                        <a:pt x="6103" y="902"/>
                        <a:pt x="6139" y="724"/>
                        <a:pt x="6076" y="572"/>
                      </a:cubicBezTo>
                      <a:lnTo>
                        <a:pt x="6076" y="572"/>
                      </a:lnTo>
                      <a:cubicBezTo>
                        <a:pt x="6032" y="474"/>
                        <a:pt x="5960" y="385"/>
                        <a:pt x="5862" y="331"/>
                      </a:cubicBezTo>
                      <a:lnTo>
                        <a:pt x="5862" y="331"/>
                      </a:lnTo>
                      <a:cubicBezTo>
                        <a:pt x="5889" y="322"/>
                        <a:pt x="5916" y="322"/>
                        <a:pt x="5942" y="322"/>
                      </a:cubicBezTo>
                      <a:lnTo>
                        <a:pt x="5942" y="322"/>
                      </a:lnTo>
                      <a:cubicBezTo>
                        <a:pt x="6023" y="313"/>
                        <a:pt x="6103" y="304"/>
                        <a:pt x="6174" y="295"/>
                      </a:cubicBezTo>
                      <a:lnTo>
                        <a:pt x="6174" y="295"/>
                      </a:lnTo>
                      <a:cubicBezTo>
                        <a:pt x="6406" y="269"/>
                        <a:pt x="6647" y="242"/>
                        <a:pt x="6870" y="304"/>
                      </a:cubicBezTo>
                      <a:lnTo>
                        <a:pt x="6870" y="304"/>
                      </a:lnTo>
                      <a:cubicBezTo>
                        <a:pt x="6906" y="313"/>
                        <a:pt x="6933" y="322"/>
                        <a:pt x="6959" y="331"/>
                      </a:cubicBezTo>
                      <a:lnTo>
                        <a:pt x="6959" y="331"/>
                      </a:lnTo>
                      <a:cubicBezTo>
                        <a:pt x="6950" y="349"/>
                        <a:pt x="6950" y="358"/>
                        <a:pt x="6959" y="367"/>
                      </a:cubicBezTo>
                      <a:lnTo>
                        <a:pt x="6959" y="367"/>
                      </a:lnTo>
                      <a:cubicBezTo>
                        <a:pt x="7022" y="429"/>
                        <a:pt x="7066" y="509"/>
                        <a:pt x="7075" y="599"/>
                      </a:cubicBezTo>
                      <a:lnTo>
                        <a:pt x="7075" y="599"/>
                      </a:lnTo>
                      <a:cubicBezTo>
                        <a:pt x="7075" y="616"/>
                        <a:pt x="7093" y="625"/>
                        <a:pt x="7111" y="625"/>
                      </a:cubicBezTo>
                      <a:lnTo>
                        <a:pt x="7111" y="625"/>
                      </a:lnTo>
                      <a:cubicBezTo>
                        <a:pt x="7111" y="625"/>
                        <a:pt x="7111" y="625"/>
                        <a:pt x="7111" y="625"/>
                      </a:cubicBezTo>
                      <a:lnTo>
                        <a:pt x="7111" y="625"/>
                      </a:lnTo>
                      <a:cubicBezTo>
                        <a:pt x="7129" y="625"/>
                        <a:pt x="7138" y="608"/>
                        <a:pt x="7138" y="590"/>
                      </a:cubicBezTo>
                      <a:lnTo>
                        <a:pt x="7138" y="590"/>
                      </a:lnTo>
                      <a:cubicBezTo>
                        <a:pt x="7129" y="518"/>
                        <a:pt x="7102" y="447"/>
                        <a:pt x="7057" y="385"/>
                      </a:cubicBezTo>
                      <a:lnTo>
                        <a:pt x="7057" y="385"/>
                      </a:lnTo>
                      <a:cubicBezTo>
                        <a:pt x="7263" y="500"/>
                        <a:pt x="7441" y="706"/>
                        <a:pt x="7584" y="1009"/>
                      </a:cubicBezTo>
                      <a:lnTo>
                        <a:pt x="7584" y="1009"/>
                      </a:lnTo>
                      <a:cubicBezTo>
                        <a:pt x="7602" y="1045"/>
                        <a:pt x="7619" y="1071"/>
                        <a:pt x="7637" y="1098"/>
                      </a:cubicBezTo>
                      <a:lnTo>
                        <a:pt x="7637" y="1098"/>
                      </a:lnTo>
                      <a:cubicBezTo>
                        <a:pt x="7664" y="1161"/>
                        <a:pt x="7691" y="1205"/>
                        <a:pt x="7718" y="1277"/>
                      </a:cubicBezTo>
                      <a:lnTo>
                        <a:pt x="7718" y="1277"/>
                      </a:lnTo>
                      <a:cubicBezTo>
                        <a:pt x="7664" y="1294"/>
                        <a:pt x="7611" y="1303"/>
                        <a:pt x="7557" y="1321"/>
                      </a:cubicBezTo>
                      <a:lnTo>
                        <a:pt x="7557" y="1321"/>
                      </a:lnTo>
                      <a:cubicBezTo>
                        <a:pt x="7414" y="1366"/>
                        <a:pt x="7280" y="1294"/>
                        <a:pt x="7138" y="1223"/>
                      </a:cubicBezTo>
                      <a:lnTo>
                        <a:pt x="7138" y="1223"/>
                      </a:lnTo>
                      <a:cubicBezTo>
                        <a:pt x="7013" y="1161"/>
                        <a:pt x="6888" y="1098"/>
                        <a:pt x="6736" y="1107"/>
                      </a:cubicBezTo>
                      <a:lnTo>
                        <a:pt x="6736" y="1107"/>
                      </a:lnTo>
                      <a:lnTo>
                        <a:pt x="6736" y="1107"/>
                      </a:lnTo>
                      <a:lnTo>
                        <a:pt x="6736" y="1107"/>
                      </a:lnTo>
                      <a:cubicBezTo>
                        <a:pt x="6727" y="1107"/>
                        <a:pt x="6718" y="1107"/>
                        <a:pt x="6710" y="1107"/>
                      </a:cubicBezTo>
                      <a:lnTo>
                        <a:pt x="6710" y="1107"/>
                      </a:lnTo>
                      <a:cubicBezTo>
                        <a:pt x="6558" y="1116"/>
                        <a:pt x="6397" y="1178"/>
                        <a:pt x="6246" y="1232"/>
                      </a:cubicBezTo>
                      <a:lnTo>
                        <a:pt x="6246" y="1232"/>
                      </a:lnTo>
                      <a:cubicBezTo>
                        <a:pt x="6040" y="1312"/>
                        <a:pt x="5826" y="1393"/>
                        <a:pt x="5630" y="1348"/>
                      </a:cubicBezTo>
                      <a:lnTo>
                        <a:pt x="5630" y="1348"/>
                      </a:lnTo>
                      <a:cubicBezTo>
                        <a:pt x="5166" y="1250"/>
                        <a:pt x="4818" y="1286"/>
                        <a:pt x="4560" y="1464"/>
                      </a:cubicBezTo>
                      <a:lnTo>
                        <a:pt x="4560" y="1464"/>
                      </a:lnTo>
                      <a:cubicBezTo>
                        <a:pt x="4461" y="1526"/>
                        <a:pt x="4337" y="1589"/>
                        <a:pt x="4212" y="1642"/>
                      </a:cubicBezTo>
                      <a:lnTo>
                        <a:pt x="4212" y="1642"/>
                      </a:lnTo>
                      <a:cubicBezTo>
                        <a:pt x="4238" y="1455"/>
                        <a:pt x="4221" y="1205"/>
                        <a:pt x="4140" y="1071"/>
                      </a:cubicBezTo>
                      <a:lnTo>
                        <a:pt x="4140" y="1071"/>
                      </a:lnTo>
                      <a:cubicBezTo>
                        <a:pt x="4042" y="920"/>
                        <a:pt x="3873" y="813"/>
                        <a:pt x="3703" y="777"/>
                      </a:cubicBezTo>
                      <a:lnTo>
                        <a:pt x="3703" y="777"/>
                      </a:lnTo>
                      <a:cubicBezTo>
                        <a:pt x="3667" y="777"/>
                        <a:pt x="3623" y="768"/>
                        <a:pt x="3596" y="768"/>
                      </a:cubicBezTo>
                      <a:lnTo>
                        <a:pt x="3596" y="768"/>
                      </a:lnTo>
                      <a:cubicBezTo>
                        <a:pt x="3543" y="768"/>
                        <a:pt x="3489" y="759"/>
                        <a:pt x="3444" y="750"/>
                      </a:cubicBezTo>
                      <a:lnTo>
                        <a:pt x="3444" y="750"/>
                      </a:lnTo>
                      <a:cubicBezTo>
                        <a:pt x="3364" y="724"/>
                        <a:pt x="3293" y="670"/>
                        <a:pt x="3284" y="599"/>
                      </a:cubicBezTo>
                      <a:lnTo>
                        <a:pt x="3284" y="599"/>
                      </a:lnTo>
                      <a:cubicBezTo>
                        <a:pt x="3284" y="581"/>
                        <a:pt x="3266" y="572"/>
                        <a:pt x="3257" y="572"/>
                      </a:cubicBezTo>
                      <a:lnTo>
                        <a:pt x="3257" y="572"/>
                      </a:lnTo>
                      <a:cubicBezTo>
                        <a:pt x="3239" y="572"/>
                        <a:pt x="3221" y="590"/>
                        <a:pt x="3221" y="608"/>
                      </a:cubicBezTo>
                      <a:lnTo>
                        <a:pt x="3221" y="608"/>
                      </a:lnTo>
                      <a:cubicBezTo>
                        <a:pt x="3230" y="706"/>
                        <a:pt x="3328" y="786"/>
                        <a:pt x="3427" y="804"/>
                      </a:cubicBezTo>
                      <a:lnTo>
                        <a:pt x="3427" y="804"/>
                      </a:lnTo>
                      <a:cubicBezTo>
                        <a:pt x="3480" y="822"/>
                        <a:pt x="3534" y="831"/>
                        <a:pt x="3587" y="831"/>
                      </a:cubicBezTo>
                      <a:lnTo>
                        <a:pt x="3587" y="831"/>
                      </a:lnTo>
                      <a:cubicBezTo>
                        <a:pt x="3623" y="831"/>
                        <a:pt x="3659" y="839"/>
                        <a:pt x="3685" y="839"/>
                      </a:cubicBezTo>
                      <a:lnTo>
                        <a:pt x="3685" y="839"/>
                      </a:lnTo>
                      <a:cubicBezTo>
                        <a:pt x="3846" y="866"/>
                        <a:pt x="3998" y="964"/>
                        <a:pt x="4087" y="1098"/>
                      </a:cubicBezTo>
                      <a:lnTo>
                        <a:pt x="4087" y="1098"/>
                      </a:lnTo>
                      <a:cubicBezTo>
                        <a:pt x="4167" y="1232"/>
                        <a:pt x="4176" y="1500"/>
                        <a:pt x="4140" y="1669"/>
                      </a:cubicBezTo>
                      <a:lnTo>
                        <a:pt x="4140" y="1669"/>
                      </a:lnTo>
                      <a:cubicBezTo>
                        <a:pt x="4131" y="1669"/>
                        <a:pt x="4122" y="1678"/>
                        <a:pt x="4114" y="1678"/>
                      </a:cubicBezTo>
                      <a:lnTo>
                        <a:pt x="4114" y="1678"/>
                      </a:lnTo>
                      <a:cubicBezTo>
                        <a:pt x="3971" y="1732"/>
                        <a:pt x="3828" y="1794"/>
                        <a:pt x="3712" y="1865"/>
                      </a:cubicBezTo>
                      <a:lnTo>
                        <a:pt x="3712" y="1865"/>
                      </a:lnTo>
                      <a:cubicBezTo>
                        <a:pt x="3676" y="1865"/>
                        <a:pt x="3650" y="1874"/>
                        <a:pt x="3632" y="1883"/>
                      </a:cubicBezTo>
                      <a:lnTo>
                        <a:pt x="3632" y="1883"/>
                      </a:lnTo>
                      <a:cubicBezTo>
                        <a:pt x="3623" y="1883"/>
                        <a:pt x="3623" y="1883"/>
                        <a:pt x="3623" y="1883"/>
                      </a:cubicBezTo>
                      <a:lnTo>
                        <a:pt x="3623" y="1883"/>
                      </a:lnTo>
                      <a:cubicBezTo>
                        <a:pt x="3632" y="1874"/>
                        <a:pt x="3623" y="1856"/>
                        <a:pt x="3614" y="1848"/>
                      </a:cubicBezTo>
                      <a:lnTo>
                        <a:pt x="3614" y="1848"/>
                      </a:lnTo>
                      <a:cubicBezTo>
                        <a:pt x="3507" y="1767"/>
                        <a:pt x="3364" y="1740"/>
                        <a:pt x="3230" y="1776"/>
                      </a:cubicBezTo>
                      <a:lnTo>
                        <a:pt x="3230" y="1776"/>
                      </a:lnTo>
                      <a:cubicBezTo>
                        <a:pt x="3105" y="1803"/>
                        <a:pt x="2989" y="1892"/>
                        <a:pt x="2927" y="2008"/>
                      </a:cubicBezTo>
                      <a:lnTo>
                        <a:pt x="2927" y="2008"/>
                      </a:lnTo>
                      <a:cubicBezTo>
                        <a:pt x="2927" y="2026"/>
                        <a:pt x="2927" y="2044"/>
                        <a:pt x="2945" y="2053"/>
                      </a:cubicBezTo>
                      <a:lnTo>
                        <a:pt x="2945" y="2053"/>
                      </a:lnTo>
                      <a:cubicBezTo>
                        <a:pt x="2945" y="2053"/>
                        <a:pt x="2954" y="2062"/>
                        <a:pt x="2963" y="2062"/>
                      </a:cubicBezTo>
                      <a:lnTo>
                        <a:pt x="2963" y="2062"/>
                      </a:lnTo>
                      <a:cubicBezTo>
                        <a:pt x="2972" y="2062"/>
                        <a:pt x="2981" y="2053"/>
                        <a:pt x="2981" y="2044"/>
                      </a:cubicBezTo>
                      <a:lnTo>
                        <a:pt x="2981" y="2044"/>
                      </a:lnTo>
                      <a:lnTo>
                        <a:pt x="3025" y="1999"/>
                      </a:lnTo>
                      <a:cubicBezTo>
                        <a:pt x="3025" y="1999"/>
                        <a:pt x="3025" y="1981"/>
                        <a:pt x="3025" y="1972"/>
                      </a:cubicBezTo>
                      <a:lnTo>
                        <a:pt x="3025" y="1972"/>
                      </a:lnTo>
                      <a:cubicBezTo>
                        <a:pt x="3079" y="1910"/>
                        <a:pt x="3159" y="1856"/>
                        <a:pt x="3248" y="1830"/>
                      </a:cubicBezTo>
                      <a:lnTo>
                        <a:pt x="3248" y="1830"/>
                      </a:lnTo>
                      <a:cubicBezTo>
                        <a:pt x="3355" y="1803"/>
                        <a:pt x="3480" y="1830"/>
                        <a:pt x="3578" y="1892"/>
                      </a:cubicBezTo>
                      <a:lnTo>
                        <a:pt x="3578" y="1892"/>
                      </a:lnTo>
                      <a:cubicBezTo>
                        <a:pt x="3587" y="1901"/>
                        <a:pt x="3596" y="1901"/>
                        <a:pt x="3614" y="1901"/>
                      </a:cubicBezTo>
                      <a:lnTo>
                        <a:pt x="3614" y="1901"/>
                      </a:lnTo>
                      <a:cubicBezTo>
                        <a:pt x="3605" y="1901"/>
                        <a:pt x="3605" y="1910"/>
                        <a:pt x="3605" y="1919"/>
                      </a:cubicBezTo>
                      <a:lnTo>
                        <a:pt x="3605" y="1919"/>
                      </a:lnTo>
                      <a:cubicBezTo>
                        <a:pt x="3614" y="1919"/>
                        <a:pt x="3614" y="1919"/>
                        <a:pt x="3614" y="1919"/>
                      </a:cubicBezTo>
                      <a:lnTo>
                        <a:pt x="3614" y="1919"/>
                      </a:lnTo>
                      <a:cubicBezTo>
                        <a:pt x="3569" y="1955"/>
                        <a:pt x="3534" y="1981"/>
                        <a:pt x="3498" y="2008"/>
                      </a:cubicBezTo>
                      <a:lnTo>
                        <a:pt x="3498" y="2008"/>
                      </a:lnTo>
                      <a:cubicBezTo>
                        <a:pt x="3382" y="2133"/>
                        <a:pt x="3311" y="2267"/>
                        <a:pt x="3239" y="2392"/>
                      </a:cubicBezTo>
                      <a:lnTo>
                        <a:pt x="3239" y="2392"/>
                      </a:lnTo>
                      <a:cubicBezTo>
                        <a:pt x="3132" y="2561"/>
                        <a:pt x="3043" y="2731"/>
                        <a:pt x="2829" y="2829"/>
                      </a:cubicBezTo>
                      <a:lnTo>
                        <a:pt x="2829" y="2829"/>
                      </a:lnTo>
                      <a:cubicBezTo>
                        <a:pt x="2731" y="2882"/>
                        <a:pt x="2624" y="2945"/>
                        <a:pt x="2526" y="3007"/>
                      </a:cubicBezTo>
                      <a:lnTo>
                        <a:pt x="2526" y="3007"/>
                      </a:lnTo>
                      <a:cubicBezTo>
                        <a:pt x="2552" y="2900"/>
                        <a:pt x="2534" y="2775"/>
                        <a:pt x="2481" y="2677"/>
                      </a:cubicBezTo>
                      <a:lnTo>
                        <a:pt x="2481" y="2677"/>
                      </a:lnTo>
                      <a:cubicBezTo>
                        <a:pt x="2419" y="2552"/>
                        <a:pt x="2294" y="2463"/>
                        <a:pt x="2124" y="2401"/>
                      </a:cubicBezTo>
                      <a:lnTo>
                        <a:pt x="2124" y="2401"/>
                      </a:lnTo>
                      <a:cubicBezTo>
                        <a:pt x="2008" y="2374"/>
                        <a:pt x="1892" y="2356"/>
                        <a:pt x="1785" y="2338"/>
                      </a:cubicBezTo>
                      <a:lnTo>
                        <a:pt x="1785" y="2338"/>
                      </a:lnTo>
                      <a:cubicBezTo>
                        <a:pt x="1749" y="2338"/>
                        <a:pt x="1714" y="2329"/>
                        <a:pt x="1678" y="2329"/>
                      </a:cubicBezTo>
                      <a:lnTo>
                        <a:pt x="1678" y="2329"/>
                      </a:lnTo>
                      <a:cubicBezTo>
                        <a:pt x="1633" y="2320"/>
                        <a:pt x="1580" y="2311"/>
                        <a:pt x="1544" y="2285"/>
                      </a:cubicBezTo>
                      <a:lnTo>
                        <a:pt x="1544" y="2285"/>
                      </a:lnTo>
                      <a:cubicBezTo>
                        <a:pt x="1509" y="2267"/>
                        <a:pt x="1482" y="2231"/>
                        <a:pt x="1482" y="2187"/>
                      </a:cubicBezTo>
                      <a:lnTo>
                        <a:pt x="1482" y="2187"/>
                      </a:lnTo>
                      <a:cubicBezTo>
                        <a:pt x="1491" y="2169"/>
                        <a:pt x="1500" y="2151"/>
                        <a:pt x="1517" y="2142"/>
                      </a:cubicBezTo>
                      <a:lnTo>
                        <a:pt x="1517" y="2142"/>
                      </a:lnTo>
                      <a:cubicBezTo>
                        <a:pt x="1526" y="2133"/>
                        <a:pt x="1535" y="2133"/>
                        <a:pt x="1553" y="2133"/>
                      </a:cubicBezTo>
                      <a:lnTo>
                        <a:pt x="1553" y="2133"/>
                      </a:lnTo>
                      <a:cubicBezTo>
                        <a:pt x="1571" y="2142"/>
                        <a:pt x="1589" y="2133"/>
                        <a:pt x="1589" y="2115"/>
                      </a:cubicBezTo>
                      <a:lnTo>
                        <a:pt x="1589" y="2115"/>
                      </a:lnTo>
                      <a:cubicBezTo>
                        <a:pt x="1598" y="2097"/>
                        <a:pt x="1589" y="2079"/>
                        <a:pt x="1571" y="2079"/>
                      </a:cubicBezTo>
                      <a:lnTo>
                        <a:pt x="1571" y="2079"/>
                      </a:lnTo>
                      <a:cubicBezTo>
                        <a:pt x="1544" y="2062"/>
                        <a:pt x="1509" y="2071"/>
                        <a:pt x="1482" y="2088"/>
                      </a:cubicBezTo>
                      <a:lnTo>
                        <a:pt x="1482" y="2088"/>
                      </a:lnTo>
                      <a:cubicBezTo>
                        <a:pt x="1446" y="2106"/>
                        <a:pt x="1428" y="2142"/>
                        <a:pt x="1419" y="2187"/>
                      </a:cubicBezTo>
                      <a:lnTo>
                        <a:pt x="1419" y="2187"/>
                      </a:lnTo>
                      <a:cubicBezTo>
                        <a:pt x="1419" y="2240"/>
                        <a:pt x="1455" y="2303"/>
                        <a:pt x="1509" y="2338"/>
                      </a:cubicBezTo>
                      <a:lnTo>
                        <a:pt x="1509" y="2338"/>
                      </a:lnTo>
                      <a:cubicBezTo>
                        <a:pt x="1562" y="2374"/>
                        <a:pt x="1616" y="2383"/>
                        <a:pt x="1669" y="2392"/>
                      </a:cubicBezTo>
                      <a:lnTo>
                        <a:pt x="1669" y="2392"/>
                      </a:lnTo>
                      <a:cubicBezTo>
                        <a:pt x="1705" y="2392"/>
                        <a:pt x="1741" y="2401"/>
                        <a:pt x="1776" y="2401"/>
                      </a:cubicBezTo>
                      <a:lnTo>
                        <a:pt x="1776" y="2401"/>
                      </a:lnTo>
                      <a:cubicBezTo>
                        <a:pt x="1883" y="2418"/>
                        <a:pt x="1999" y="2427"/>
                        <a:pt x="2097" y="2463"/>
                      </a:cubicBezTo>
                      <a:lnTo>
                        <a:pt x="2097" y="2463"/>
                      </a:lnTo>
                      <a:cubicBezTo>
                        <a:pt x="2258" y="2517"/>
                        <a:pt x="2374" y="2597"/>
                        <a:pt x="2427" y="2713"/>
                      </a:cubicBezTo>
                      <a:lnTo>
                        <a:pt x="2427" y="2713"/>
                      </a:lnTo>
                      <a:cubicBezTo>
                        <a:pt x="2490" y="2838"/>
                        <a:pt x="2499" y="3016"/>
                        <a:pt x="2410" y="3088"/>
                      </a:cubicBezTo>
                      <a:lnTo>
                        <a:pt x="2410" y="3088"/>
                      </a:lnTo>
                      <a:cubicBezTo>
                        <a:pt x="2410" y="3088"/>
                        <a:pt x="2410" y="3088"/>
                        <a:pt x="2410" y="3088"/>
                      </a:cubicBezTo>
                      <a:lnTo>
                        <a:pt x="2410" y="3088"/>
                      </a:lnTo>
                      <a:cubicBezTo>
                        <a:pt x="2178" y="3248"/>
                        <a:pt x="1990" y="3435"/>
                        <a:pt x="1830" y="3641"/>
                      </a:cubicBezTo>
                      <a:lnTo>
                        <a:pt x="1830" y="3641"/>
                      </a:lnTo>
                      <a:cubicBezTo>
                        <a:pt x="1856" y="3435"/>
                        <a:pt x="1776" y="3221"/>
                        <a:pt x="1598" y="3088"/>
                      </a:cubicBezTo>
                      <a:lnTo>
                        <a:pt x="1598" y="3088"/>
                      </a:lnTo>
                      <a:cubicBezTo>
                        <a:pt x="1589" y="3079"/>
                        <a:pt x="1571" y="3079"/>
                        <a:pt x="1562" y="3096"/>
                      </a:cubicBezTo>
                      <a:lnTo>
                        <a:pt x="1562" y="3096"/>
                      </a:lnTo>
                      <a:cubicBezTo>
                        <a:pt x="1544" y="3105"/>
                        <a:pt x="1553" y="3123"/>
                        <a:pt x="1562" y="3132"/>
                      </a:cubicBezTo>
                      <a:lnTo>
                        <a:pt x="1562" y="3132"/>
                      </a:lnTo>
                      <a:cubicBezTo>
                        <a:pt x="1767" y="3293"/>
                        <a:pt x="1830" y="3578"/>
                        <a:pt x="1714" y="3801"/>
                      </a:cubicBezTo>
                      <a:lnTo>
                        <a:pt x="1714" y="3801"/>
                      </a:lnTo>
                      <a:cubicBezTo>
                        <a:pt x="1714" y="3801"/>
                        <a:pt x="1714" y="3801"/>
                        <a:pt x="1714" y="3801"/>
                      </a:cubicBezTo>
                      <a:lnTo>
                        <a:pt x="1714" y="3801"/>
                      </a:lnTo>
                      <a:cubicBezTo>
                        <a:pt x="1669" y="3864"/>
                        <a:pt x="1633" y="3935"/>
                        <a:pt x="1598" y="3998"/>
                      </a:cubicBezTo>
                      <a:lnTo>
                        <a:pt x="1598" y="3998"/>
                      </a:lnTo>
                      <a:cubicBezTo>
                        <a:pt x="1598" y="3998"/>
                        <a:pt x="1598" y="3998"/>
                        <a:pt x="1598" y="4006"/>
                      </a:cubicBezTo>
                      <a:lnTo>
                        <a:pt x="1598" y="4006"/>
                      </a:lnTo>
                      <a:cubicBezTo>
                        <a:pt x="1509" y="4167"/>
                        <a:pt x="1446" y="4345"/>
                        <a:pt x="1410" y="4524"/>
                      </a:cubicBezTo>
                      <a:lnTo>
                        <a:pt x="1410" y="4524"/>
                      </a:lnTo>
                      <a:cubicBezTo>
                        <a:pt x="1330" y="4899"/>
                        <a:pt x="1375" y="5273"/>
                        <a:pt x="1509" y="5603"/>
                      </a:cubicBezTo>
                      <a:lnTo>
                        <a:pt x="1509" y="5603"/>
                      </a:lnTo>
                      <a:cubicBezTo>
                        <a:pt x="1500" y="5594"/>
                        <a:pt x="1491" y="5594"/>
                        <a:pt x="1482" y="5594"/>
                      </a:cubicBezTo>
                      <a:lnTo>
                        <a:pt x="1482" y="5594"/>
                      </a:lnTo>
                      <a:cubicBezTo>
                        <a:pt x="1178" y="5514"/>
                        <a:pt x="902" y="5380"/>
                        <a:pt x="688" y="5193"/>
                      </a:cubicBezTo>
                      <a:lnTo>
                        <a:pt x="688" y="5193"/>
                      </a:lnTo>
                      <a:cubicBezTo>
                        <a:pt x="688" y="5193"/>
                        <a:pt x="688" y="5193"/>
                        <a:pt x="688" y="5193"/>
                      </a:cubicBezTo>
                      <a:lnTo>
                        <a:pt x="688" y="5193"/>
                      </a:lnTo>
                      <a:cubicBezTo>
                        <a:pt x="697" y="5175"/>
                        <a:pt x="679" y="5157"/>
                        <a:pt x="670" y="5157"/>
                      </a:cubicBezTo>
                      <a:lnTo>
                        <a:pt x="670" y="5157"/>
                      </a:lnTo>
                      <a:cubicBezTo>
                        <a:pt x="625" y="5139"/>
                        <a:pt x="608" y="5095"/>
                        <a:pt x="616" y="5050"/>
                      </a:cubicBezTo>
                      <a:lnTo>
                        <a:pt x="616" y="5050"/>
                      </a:lnTo>
                      <a:cubicBezTo>
                        <a:pt x="625" y="5006"/>
                        <a:pt x="661" y="4952"/>
                        <a:pt x="688" y="4916"/>
                      </a:cubicBezTo>
                      <a:lnTo>
                        <a:pt x="688" y="4916"/>
                      </a:lnTo>
                      <a:lnTo>
                        <a:pt x="947" y="4568"/>
                      </a:lnTo>
                      <a:cubicBezTo>
                        <a:pt x="955" y="4551"/>
                        <a:pt x="955" y="4533"/>
                        <a:pt x="938" y="4524"/>
                      </a:cubicBezTo>
                      <a:lnTo>
                        <a:pt x="938" y="4524"/>
                      </a:lnTo>
                      <a:cubicBezTo>
                        <a:pt x="929" y="4506"/>
                        <a:pt x="911" y="4515"/>
                        <a:pt x="893" y="4524"/>
                      </a:cubicBezTo>
                      <a:lnTo>
                        <a:pt x="893" y="4524"/>
                      </a:lnTo>
                      <a:lnTo>
                        <a:pt x="634" y="4881"/>
                      </a:lnTo>
                      <a:cubicBezTo>
                        <a:pt x="608" y="4925"/>
                        <a:pt x="563" y="4979"/>
                        <a:pt x="554" y="5041"/>
                      </a:cubicBezTo>
                      <a:lnTo>
                        <a:pt x="554" y="5041"/>
                      </a:lnTo>
                      <a:cubicBezTo>
                        <a:pt x="554" y="5050"/>
                        <a:pt x="554" y="5059"/>
                        <a:pt x="554" y="5068"/>
                      </a:cubicBezTo>
                      <a:lnTo>
                        <a:pt x="554" y="5068"/>
                      </a:lnTo>
                      <a:cubicBezTo>
                        <a:pt x="545" y="5059"/>
                        <a:pt x="545" y="5050"/>
                        <a:pt x="536" y="5050"/>
                      </a:cubicBezTo>
                      <a:lnTo>
                        <a:pt x="536" y="5050"/>
                      </a:lnTo>
                      <a:cubicBezTo>
                        <a:pt x="161" y="4622"/>
                        <a:pt x="72" y="3998"/>
                        <a:pt x="331" y="3560"/>
                      </a:cubicBezTo>
                      <a:lnTo>
                        <a:pt x="331" y="3560"/>
                      </a:lnTo>
                      <a:cubicBezTo>
                        <a:pt x="331" y="3551"/>
                        <a:pt x="340" y="3543"/>
                        <a:pt x="340" y="3534"/>
                      </a:cubicBezTo>
                      <a:lnTo>
                        <a:pt x="340" y="3534"/>
                      </a:lnTo>
                      <a:cubicBezTo>
                        <a:pt x="349" y="3623"/>
                        <a:pt x="385" y="3712"/>
                        <a:pt x="465" y="3792"/>
                      </a:cubicBezTo>
                      <a:lnTo>
                        <a:pt x="465" y="3792"/>
                      </a:lnTo>
                      <a:cubicBezTo>
                        <a:pt x="563" y="3882"/>
                        <a:pt x="697" y="3935"/>
                        <a:pt x="839" y="3935"/>
                      </a:cubicBezTo>
                      <a:lnTo>
                        <a:pt x="839" y="3935"/>
                      </a:lnTo>
                      <a:cubicBezTo>
                        <a:pt x="857" y="3935"/>
                        <a:pt x="884" y="3935"/>
                        <a:pt x="911" y="3926"/>
                      </a:cubicBezTo>
                      <a:lnTo>
                        <a:pt x="911" y="3926"/>
                      </a:lnTo>
                      <a:cubicBezTo>
                        <a:pt x="929" y="3926"/>
                        <a:pt x="947" y="3908"/>
                        <a:pt x="938" y="3890"/>
                      </a:cubicBezTo>
                      <a:lnTo>
                        <a:pt x="938" y="3890"/>
                      </a:lnTo>
                      <a:cubicBezTo>
                        <a:pt x="938" y="3873"/>
                        <a:pt x="920" y="3864"/>
                        <a:pt x="902" y="3864"/>
                      </a:cubicBezTo>
                      <a:lnTo>
                        <a:pt x="902" y="3864"/>
                      </a:lnTo>
                      <a:cubicBezTo>
                        <a:pt x="759" y="3890"/>
                        <a:pt x="608" y="3846"/>
                        <a:pt x="509" y="3748"/>
                      </a:cubicBezTo>
                      <a:lnTo>
                        <a:pt x="509" y="3748"/>
                      </a:lnTo>
                      <a:cubicBezTo>
                        <a:pt x="402" y="3650"/>
                        <a:pt x="393" y="3534"/>
                        <a:pt x="402" y="3391"/>
                      </a:cubicBezTo>
                      <a:lnTo>
                        <a:pt x="402" y="3391"/>
                      </a:lnTo>
                      <a:cubicBezTo>
                        <a:pt x="474" y="3195"/>
                        <a:pt x="474" y="2998"/>
                        <a:pt x="474" y="2802"/>
                      </a:cubicBezTo>
                      <a:lnTo>
                        <a:pt x="474" y="2802"/>
                      </a:lnTo>
                      <a:cubicBezTo>
                        <a:pt x="474" y="2650"/>
                        <a:pt x="465" y="2499"/>
                        <a:pt x="500" y="2356"/>
                      </a:cubicBezTo>
                      <a:lnTo>
                        <a:pt x="500" y="2356"/>
                      </a:lnTo>
                      <a:cubicBezTo>
                        <a:pt x="500" y="2418"/>
                        <a:pt x="518" y="2481"/>
                        <a:pt x="545" y="2534"/>
                      </a:cubicBezTo>
                      <a:lnTo>
                        <a:pt x="545" y="2534"/>
                      </a:lnTo>
                      <a:cubicBezTo>
                        <a:pt x="634" y="2722"/>
                        <a:pt x="822" y="2847"/>
                        <a:pt x="1027" y="2865"/>
                      </a:cubicBezTo>
                      <a:lnTo>
                        <a:pt x="1027" y="2865"/>
                      </a:lnTo>
                      <a:lnTo>
                        <a:pt x="1027" y="2865"/>
                      </a:lnTo>
                      <a:lnTo>
                        <a:pt x="1027" y="2865"/>
                      </a:lnTo>
                      <a:cubicBezTo>
                        <a:pt x="1045" y="2865"/>
                        <a:pt x="1054" y="2847"/>
                        <a:pt x="1063" y="2838"/>
                      </a:cubicBezTo>
                      <a:lnTo>
                        <a:pt x="1063" y="2838"/>
                      </a:lnTo>
                      <a:cubicBezTo>
                        <a:pt x="1063" y="2820"/>
                        <a:pt x="1045" y="2802"/>
                        <a:pt x="1027" y="2802"/>
                      </a:cubicBezTo>
                      <a:lnTo>
                        <a:pt x="1027" y="2802"/>
                      </a:lnTo>
                      <a:cubicBezTo>
                        <a:pt x="848" y="2784"/>
                        <a:pt x="679" y="2668"/>
                        <a:pt x="608" y="2508"/>
                      </a:cubicBezTo>
                      <a:lnTo>
                        <a:pt x="608" y="2508"/>
                      </a:lnTo>
                      <a:cubicBezTo>
                        <a:pt x="527" y="2347"/>
                        <a:pt x="545" y="2142"/>
                        <a:pt x="652" y="1999"/>
                      </a:cubicBezTo>
                      <a:lnTo>
                        <a:pt x="652" y="1999"/>
                      </a:lnTo>
                      <a:cubicBezTo>
                        <a:pt x="652" y="1999"/>
                        <a:pt x="652" y="1999"/>
                        <a:pt x="652" y="1999"/>
                      </a:cubicBezTo>
                      <a:lnTo>
                        <a:pt x="652" y="1999"/>
                      </a:lnTo>
                      <a:cubicBezTo>
                        <a:pt x="768" y="1848"/>
                        <a:pt x="947" y="1714"/>
                        <a:pt x="1125" y="1580"/>
                      </a:cubicBezTo>
                      <a:lnTo>
                        <a:pt x="1125" y="1580"/>
                      </a:lnTo>
                      <a:cubicBezTo>
                        <a:pt x="1303" y="1446"/>
                        <a:pt x="1500" y="1312"/>
                        <a:pt x="1616" y="1152"/>
                      </a:cubicBezTo>
                      <a:lnTo>
                        <a:pt x="1616" y="1152"/>
                      </a:lnTo>
                      <a:cubicBezTo>
                        <a:pt x="1767" y="1152"/>
                        <a:pt x="1919" y="1232"/>
                        <a:pt x="2008" y="1357"/>
                      </a:cubicBezTo>
                      <a:lnTo>
                        <a:pt x="2008" y="1357"/>
                      </a:lnTo>
                      <a:cubicBezTo>
                        <a:pt x="2097" y="1491"/>
                        <a:pt x="2115" y="1678"/>
                        <a:pt x="2044" y="1821"/>
                      </a:cubicBezTo>
                      <a:lnTo>
                        <a:pt x="2044" y="1821"/>
                      </a:lnTo>
                      <a:cubicBezTo>
                        <a:pt x="2035" y="1839"/>
                        <a:pt x="2044" y="1856"/>
                        <a:pt x="2062" y="1865"/>
                      </a:cubicBezTo>
                      <a:lnTo>
                        <a:pt x="2062" y="1865"/>
                      </a:lnTo>
                      <a:cubicBezTo>
                        <a:pt x="2062" y="1865"/>
                        <a:pt x="2071" y="1865"/>
                        <a:pt x="2071" y="1865"/>
                      </a:cubicBezTo>
                      <a:lnTo>
                        <a:pt x="2071" y="1865"/>
                      </a:lnTo>
                      <a:cubicBezTo>
                        <a:pt x="2088" y="1865"/>
                        <a:pt x="2097" y="1856"/>
                        <a:pt x="2097" y="1848"/>
                      </a:cubicBezTo>
                      <a:lnTo>
                        <a:pt x="2097" y="1848"/>
                      </a:lnTo>
                      <a:cubicBezTo>
                        <a:pt x="2178" y="1687"/>
                        <a:pt x="2160" y="1473"/>
                        <a:pt x="2062" y="1321"/>
                      </a:cubicBezTo>
                      <a:lnTo>
                        <a:pt x="2062" y="1321"/>
                      </a:lnTo>
                      <a:cubicBezTo>
                        <a:pt x="1972" y="1187"/>
                        <a:pt x="1821" y="1098"/>
                        <a:pt x="1660" y="1089"/>
                      </a:cubicBezTo>
                      <a:lnTo>
                        <a:pt x="1660" y="1089"/>
                      </a:lnTo>
                      <a:cubicBezTo>
                        <a:pt x="1678" y="1054"/>
                        <a:pt x="1696" y="1018"/>
                        <a:pt x="1714" y="982"/>
                      </a:cubicBezTo>
                      <a:lnTo>
                        <a:pt x="1714" y="982"/>
                      </a:lnTo>
                      <a:cubicBezTo>
                        <a:pt x="1821" y="706"/>
                        <a:pt x="2062" y="456"/>
                        <a:pt x="2365" y="295"/>
                      </a:cubicBezTo>
                      <a:lnTo>
                        <a:pt x="2365" y="295"/>
                      </a:lnTo>
                      <a:cubicBezTo>
                        <a:pt x="2303" y="474"/>
                        <a:pt x="2338" y="679"/>
                        <a:pt x="2445" y="848"/>
                      </a:cubicBezTo>
                      <a:lnTo>
                        <a:pt x="2445" y="848"/>
                      </a:lnTo>
                      <a:cubicBezTo>
                        <a:pt x="2472" y="884"/>
                        <a:pt x="2508" y="920"/>
                        <a:pt x="2552" y="947"/>
                      </a:cubicBezTo>
                      <a:lnTo>
                        <a:pt x="2552" y="947"/>
                      </a:lnTo>
                      <a:cubicBezTo>
                        <a:pt x="2570" y="947"/>
                        <a:pt x="2579" y="947"/>
                        <a:pt x="2597" y="947"/>
                      </a:cubicBezTo>
                      <a:lnTo>
                        <a:pt x="2597" y="947"/>
                      </a:lnTo>
                      <a:cubicBezTo>
                        <a:pt x="2642" y="947"/>
                        <a:pt x="2686" y="929"/>
                        <a:pt x="2704" y="893"/>
                      </a:cubicBezTo>
                      <a:lnTo>
                        <a:pt x="2704" y="893"/>
                      </a:lnTo>
                      <a:cubicBezTo>
                        <a:pt x="2713" y="875"/>
                        <a:pt x="2704" y="857"/>
                        <a:pt x="2686" y="848"/>
                      </a:cubicBezTo>
                      <a:lnTo>
                        <a:pt x="2686" y="848"/>
                      </a:lnTo>
                      <a:cubicBezTo>
                        <a:pt x="2668" y="839"/>
                        <a:pt x="2650" y="848"/>
                        <a:pt x="2642" y="866"/>
                      </a:cubicBezTo>
                      <a:lnTo>
                        <a:pt x="2642" y="866"/>
                      </a:lnTo>
                      <a:cubicBezTo>
                        <a:pt x="2642" y="875"/>
                        <a:pt x="2615" y="884"/>
                        <a:pt x="2597" y="884"/>
                      </a:cubicBezTo>
                      <a:lnTo>
                        <a:pt x="2597" y="884"/>
                      </a:lnTo>
                      <a:cubicBezTo>
                        <a:pt x="2588" y="884"/>
                        <a:pt x="2579" y="884"/>
                        <a:pt x="2579" y="884"/>
                      </a:cubicBezTo>
                      <a:moveTo>
                        <a:pt x="6701" y="1589"/>
                      </a:moveTo>
                      <a:cubicBezTo>
                        <a:pt x="6710" y="1571"/>
                        <a:pt x="6710" y="1553"/>
                        <a:pt x="6701" y="1544"/>
                      </a:cubicBezTo>
                      <a:lnTo>
                        <a:pt x="6701" y="1544"/>
                      </a:lnTo>
                      <a:cubicBezTo>
                        <a:pt x="6656" y="1500"/>
                        <a:pt x="6594" y="1286"/>
                        <a:pt x="6611" y="1250"/>
                      </a:cubicBezTo>
                      <a:lnTo>
                        <a:pt x="6611" y="1250"/>
                      </a:lnTo>
                      <a:cubicBezTo>
                        <a:pt x="6629" y="1205"/>
                        <a:pt x="6683" y="1170"/>
                        <a:pt x="6736" y="1170"/>
                      </a:cubicBezTo>
                      <a:lnTo>
                        <a:pt x="6736" y="1170"/>
                      </a:lnTo>
                      <a:cubicBezTo>
                        <a:pt x="6736" y="1170"/>
                        <a:pt x="6736" y="1170"/>
                        <a:pt x="6745" y="1170"/>
                      </a:cubicBezTo>
                      <a:lnTo>
                        <a:pt x="6745" y="1170"/>
                      </a:lnTo>
                      <a:cubicBezTo>
                        <a:pt x="6870" y="1161"/>
                        <a:pt x="6995" y="1223"/>
                        <a:pt x="7111" y="1286"/>
                      </a:cubicBezTo>
                      <a:lnTo>
                        <a:pt x="7111" y="1286"/>
                      </a:lnTo>
                      <a:cubicBezTo>
                        <a:pt x="7254" y="1357"/>
                        <a:pt x="7405" y="1437"/>
                        <a:pt x="7575" y="1384"/>
                      </a:cubicBezTo>
                      <a:lnTo>
                        <a:pt x="7575" y="1384"/>
                      </a:lnTo>
                      <a:cubicBezTo>
                        <a:pt x="7843" y="1303"/>
                        <a:pt x="8155" y="1232"/>
                        <a:pt x="8449" y="1303"/>
                      </a:cubicBezTo>
                      <a:lnTo>
                        <a:pt x="8449" y="1303"/>
                      </a:lnTo>
                      <a:cubicBezTo>
                        <a:pt x="8467" y="1303"/>
                        <a:pt x="8494" y="1312"/>
                        <a:pt x="8521" y="1321"/>
                      </a:cubicBezTo>
                      <a:lnTo>
                        <a:pt x="8521" y="1321"/>
                      </a:lnTo>
                      <a:cubicBezTo>
                        <a:pt x="8592" y="1410"/>
                        <a:pt x="8628" y="1535"/>
                        <a:pt x="8601" y="1642"/>
                      </a:cubicBezTo>
                      <a:lnTo>
                        <a:pt x="8601" y="1642"/>
                      </a:lnTo>
                      <a:cubicBezTo>
                        <a:pt x="8574" y="1749"/>
                        <a:pt x="8494" y="1848"/>
                        <a:pt x="8387" y="1892"/>
                      </a:cubicBezTo>
                      <a:lnTo>
                        <a:pt x="8387" y="1892"/>
                      </a:lnTo>
                      <a:cubicBezTo>
                        <a:pt x="8378" y="1901"/>
                        <a:pt x="8369" y="1919"/>
                        <a:pt x="8378" y="1937"/>
                      </a:cubicBezTo>
                      <a:lnTo>
                        <a:pt x="8378" y="1937"/>
                      </a:lnTo>
                      <a:cubicBezTo>
                        <a:pt x="8378" y="1946"/>
                        <a:pt x="8387" y="1955"/>
                        <a:pt x="8405" y="1955"/>
                      </a:cubicBezTo>
                      <a:lnTo>
                        <a:pt x="8405" y="1955"/>
                      </a:lnTo>
                      <a:cubicBezTo>
                        <a:pt x="8405" y="1955"/>
                        <a:pt x="8413" y="1955"/>
                        <a:pt x="8413" y="1955"/>
                      </a:cubicBezTo>
                      <a:lnTo>
                        <a:pt x="8413" y="1955"/>
                      </a:lnTo>
                      <a:cubicBezTo>
                        <a:pt x="8538" y="1901"/>
                        <a:pt x="8636" y="1785"/>
                        <a:pt x="8663" y="1651"/>
                      </a:cubicBezTo>
                      <a:lnTo>
                        <a:pt x="8663" y="1651"/>
                      </a:lnTo>
                      <a:cubicBezTo>
                        <a:pt x="8681" y="1562"/>
                        <a:pt x="8672" y="1464"/>
                        <a:pt x="8628" y="1375"/>
                      </a:cubicBezTo>
                      <a:lnTo>
                        <a:pt x="8628" y="1375"/>
                      </a:lnTo>
                      <a:cubicBezTo>
                        <a:pt x="9011" y="1607"/>
                        <a:pt x="9243" y="2195"/>
                        <a:pt x="9270" y="2677"/>
                      </a:cubicBezTo>
                      <a:lnTo>
                        <a:pt x="9270" y="2677"/>
                      </a:lnTo>
                      <a:cubicBezTo>
                        <a:pt x="9199" y="2775"/>
                        <a:pt x="9047" y="2784"/>
                        <a:pt x="8931" y="2757"/>
                      </a:cubicBezTo>
                      <a:lnTo>
                        <a:pt x="8931" y="2757"/>
                      </a:lnTo>
                      <a:cubicBezTo>
                        <a:pt x="8886" y="2749"/>
                        <a:pt x="8833" y="2731"/>
                        <a:pt x="8788" y="2713"/>
                      </a:cubicBezTo>
                      <a:lnTo>
                        <a:pt x="8788" y="2713"/>
                      </a:lnTo>
                      <a:cubicBezTo>
                        <a:pt x="8699" y="2686"/>
                        <a:pt x="8610" y="2659"/>
                        <a:pt x="8521" y="2650"/>
                      </a:cubicBezTo>
                      <a:lnTo>
                        <a:pt x="8521" y="2650"/>
                      </a:lnTo>
                      <a:cubicBezTo>
                        <a:pt x="8351" y="2642"/>
                        <a:pt x="8182" y="2731"/>
                        <a:pt x="8083" y="2865"/>
                      </a:cubicBezTo>
                      <a:lnTo>
                        <a:pt x="8083" y="2865"/>
                      </a:lnTo>
                      <a:cubicBezTo>
                        <a:pt x="8074" y="2882"/>
                        <a:pt x="8074" y="2900"/>
                        <a:pt x="8092" y="2909"/>
                      </a:cubicBezTo>
                      <a:lnTo>
                        <a:pt x="8092" y="2909"/>
                      </a:lnTo>
                      <a:cubicBezTo>
                        <a:pt x="8101" y="2918"/>
                        <a:pt x="8101" y="2918"/>
                        <a:pt x="8110" y="2918"/>
                      </a:cubicBezTo>
                      <a:lnTo>
                        <a:pt x="8110" y="2918"/>
                      </a:lnTo>
                      <a:cubicBezTo>
                        <a:pt x="8119" y="2918"/>
                        <a:pt x="8128" y="2909"/>
                        <a:pt x="8137" y="2900"/>
                      </a:cubicBezTo>
                      <a:lnTo>
                        <a:pt x="8137" y="2900"/>
                      </a:lnTo>
                      <a:cubicBezTo>
                        <a:pt x="8217" y="2784"/>
                        <a:pt x="8369" y="2713"/>
                        <a:pt x="8521" y="2713"/>
                      </a:cubicBezTo>
                      <a:lnTo>
                        <a:pt x="8521" y="2713"/>
                      </a:lnTo>
                      <a:cubicBezTo>
                        <a:pt x="8601" y="2722"/>
                        <a:pt x="8681" y="2749"/>
                        <a:pt x="8761" y="2775"/>
                      </a:cubicBezTo>
                      <a:lnTo>
                        <a:pt x="8761" y="2775"/>
                      </a:lnTo>
                      <a:cubicBezTo>
                        <a:pt x="8815" y="2784"/>
                        <a:pt x="8868" y="2802"/>
                        <a:pt x="8922" y="2820"/>
                      </a:cubicBezTo>
                      <a:lnTo>
                        <a:pt x="8922" y="2820"/>
                      </a:lnTo>
                      <a:cubicBezTo>
                        <a:pt x="9029" y="2847"/>
                        <a:pt x="9172" y="2838"/>
                        <a:pt x="9270" y="2757"/>
                      </a:cubicBezTo>
                      <a:lnTo>
                        <a:pt x="9270" y="2757"/>
                      </a:lnTo>
                      <a:cubicBezTo>
                        <a:pt x="9270" y="2820"/>
                        <a:pt x="9270" y="2882"/>
                        <a:pt x="9261" y="2945"/>
                      </a:cubicBezTo>
                      <a:lnTo>
                        <a:pt x="9261" y="2945"/>
                      </a:lnTo>
                      <a:cubicBezTo>
                        <a:pt x="9199" y="3400"/>
                        <a:pt x="8904" y="3792"/>
                        <a:pt x="8645" y="4140"/>
                      </a:cubicBezTo>
                      <a:lnTo>
                        <a:pt x="8645" y="4140"/>
                      </a:lnTo>
                      <a:cubicBezTo>
                        <a:pt x="8574" y="4229"/>
                        <a:pt x="8503" y="4319"/>
                        <a:pt x="8431" y="4408"/>
                      </a:cubicBezTo>
                      <a:lnTo>
                        <a:pt x="8431" y="4408"/>
                      </a:lnTo>
                      <a:cubicBezTo>
                        <a:pt x="8396" y="4212"/>
                        <a:pt x="8262" y="3962"/>
                        <a:pt x="8119" y="3864"/>
                      </a:cubicBezTo>
                      <a:lnTo>
                        <a:pt x="8119" y="3864"/>
                      </a:lnTo>
                      <a:cubicBezTo>
                        <a:pt x="7950" y="3757"/>
                        <a:pt x="7727" y="3730"/>
                        <a:pt x="7530" y="3801"/>
                      </a:cubicBezTo>
                      <a:lnTo>
                        <a:pt x="7530" y="3801"/>
                      </a:lnTo>
                      <a:cubicBezTo>
                        <a:pt x="7530" y="3801"/>
                        <a:pt x="7521" y="3810"/>
                        <a:pt x="7512" y="3819"/>
                      </a:cubicBezTo>
                      <a:lnTo>
                        <a:pt x="7512" y="3819"/>
                      </a:lnTo>
                      <a:cubicBezTo>
                        <a:pt x="7512" y="3828"/>
                        <a:pt x="7512" y="3837"/>
                        <a:pt x="7512" y="3846"/>
                      </a:cubicBezTo>
                      <a:lnTo>
                        <a:pt x="7512" y="3846"/>
                      </a:lnTo>
                      <a:cubicBezTo>
                        <a:pt x="7539" y="3899"/>
                        <a:pt x="7611" y="3926"/>
                        <a:pt x="7664" y="3908"/>
                      </a:cubicBezTo>
                      <a:lnTo>
                        <a:pt x="7664" y="3908"/>
                      </a:lnTo>
                      <a:cubicBezTo>
                        <a:pt x="7682" y="3899"/>
                        <a:pt x="7691" y="3882"/>
                        <a:pt x="7682" y="3864"/>
                      </a:cubicBezTo>
                      <a:lnTo>
                        <a:pt x="7682" y="3864"/>
                      </a:lnTo>
                      <a:cubicBezTo>
                        <a:pt x="7673" y="3846"/>
                        <a:pt x="7655" y="3837"/>
                        <a:pt x="7637" y="3846"/>
                      </a:cubicBezTo>
                      <a:lnTo>
                        <a:pt x="7637" y="3846"/>
                      </a:lnTo>
                      <a:cubicBezTo>
                        <a:pt x="7628" y="3846"/>
                        <a:pt x="7619" y="3846"/>
                        <a:pt x="7611" y="3846"/>
                      </a:cubicBezTo>
                      <a:lnTo>
                        <a:pt x="7611" y="3846"/>
                      </a:lnTo>
                      <a:cubicBezTo>
                        <a:pt x="7762" y="3801"/>
                        <a:pt x="7941" y="3828"/>
                        <a:pt x="8083" y="3917"/>
                      </a:cubicBezTo>
                      <a:lnTo>
                        <a:pt x="8083" y="3917"/>
                      </a:lnTo>
                      <a:cubicBezTo>
                        <a:pt x="8226" y="4015"/>
                        <a:pt x="8360" y="4292"/>
                        <a:pt x="8378" y="4479"/>
                      </a:cubicBezTo>
                      <a:lnTo>
                        <a:pt x="8378" y="4479"/>
                      </a:lnTo>
                      <a:cubicBezTo>
                        <a:pt x="8280" y="4595"/>
                        <a:pt x="8173" y="4720"/>
                        <a:pt x="8048" y="4818"/>
                      </a:cubicBezTo>
                      <a:lnTo>
                        <a:pt x="8048" y="4818"/>
                      </a:lnTo>
                      <a:cubicBezTo>
                        <a:pt x="7869" y="4979"/>
                        <a:pt x="7664" y="5104"/>
                        <a:pt x="7459" y="5229"/>
                      </a:cubicBezTo>
                      <a:lnTo>
                        <a:pt x="7459" y="5229"/>
                      </a:lnTo>
                      <a:cubicBezTo>
                        <a:pt x="7423" y="5246"/>
                        <a:pt x="7396" y="5273"/>
                        <a:pt x="7361" y="5291"/>
                      </a:cubicBezTo>
                      <a:lnTo>
                        <a:pt x="7361" y="5291"/>
                      </a:lnTo>
                      <a:cubicBezTo>
                        <a:pt x="7396" y="4881"/>
                        <a:pt x="7120" y="4470"/>
                        <a:pt x="6718" y="4372"/>
                      </a:cubicBezTo>
                      <a:lnTo>
                        <a:pt x="6718" y="4372"/>
                      </a:lnTo>
                      <a:cubicBezTo>
                        <a:pt x="6576" y="4328"/>
                        <a:pt x="6424" y="4328"/>
                        <a:pt x="6272" y="4328"/>
                      </a:cubicBezTo>
                      <a:lnTo>
                        <a:pt x="6272" y="4328"/>
                      </a:lnTo>
                      <a:cubicBezTo>
                        <a:pt x="6049" y="4328"/>
                        <a:pt x="5844" y="4328"/>
                        <a:pt x="5675" y="4212"/>
                      </a:cubicBezTo>
                      <a:lnTo>
                        <a:pt x="5675" y="4212"/>
                      </a:lnTo>
                      <a:cubicBezTo>
                        <a:pt x="5657" y="4203"/>
                        <a:pt x="5639" y="4203"/>
                        <a:pt x="5630" y="4221"/>
                      </a:cubicBezTo>
                      <a:lnTo>
                        <a:pt x="5630" y="4221"/>
                      </a:lnTo>
                      <a:cubicBezTo>
                        <a:pt x="5621" y="4229"/>
                        <a:pt x="5621" y="4256"/>
                        <a:pt x="5639" y="4265"/>
                      </a:cubicBezTo>
                      <a:lnTo>
                        <a:pt x="5639" y="4265"/>
                      </a:lnTo>
                      <a:cubicBezTo>
                        <a:pt x="5826" y="4390"/>
                        <a:pt x="6049" y="4390"/>
                        <a:pt x="6272" y="4390"/>
                      </a:cubicBezTo>
                      <a:lnTo>
                        <a:pt x="6272" y="4390"/>
                      </a:lnTo>
                      <a:cubicBezTo>
                        <a:pt x="6415" y="4390"/>
                        <a:pt x="6567" y="4390"/>
                        <a:pt x="6701" y="4435"/>
                      </a:cubicBezTo>
                      <a:lnTo>
                        <a:pt x="6701" y="4435"/>
                      </a:lnTo>
                      <a:cubicBezTo>
                        <a:pt x="7075" y="4533"/>
                        <a:pt x="7343" y="4934"/>
                        <a:pt x="7298" y="5318"/>
                      </a:cubicBezTo>
                      <a:lnTo>
                        <a:pt x="7298" y="5318"/>
                      </a:lnTo>
                      <a:cubicBezTo>
                        <a:pt x="7289" y="5318"/>
                        <a:pt x="7298" y="5327"/>
                        <a:pt x="7298" y="5327"/>
                      </a:cubicBezTo>
                      <a:lnTo>
                        <a:pt x="7298" y="5327"/>
                      </a:lnTo>
                      <a:cubicBezTo>
                        <a:pt x="7227" y="5371"/>
                        <a:pt x="7156" y="5416"/>
                        <a:pt x="7084" y="5469"/>
                      </a:cubicBezTo>
                      <a:lnTo>
                        <a:pt x="7084" y="5469"/>
                      </a:lnTo>
                      <a:cubicBezTo>
                        <a:pt x="6843" y="5639"/>
                        <a:pt x="6620" y="5835"/>
                        <a:pt x="6406" y="6031"/>
                      </a:cubicBezTo>
                      <a:lnTo>
                        <a:pt x="6406" y="6031"/>
                      </a:lnTo>
                      <a:cubicBezTo>
                        <a:pt x="6397" y="6040"/>
                        <a:pt x="6379" y="6049"/>
                        <a:pt x="6371" y="6058"/>
                      </a:cubicBezTo>
                      <a:lnTo>
                        <a:pt x="6371" y="6058"/>
                      </a:lnTo>
                      <a:cubicBezTo>
                        <a:pt x="6379" y="5898"/>
                        <a:pt x="6299" y="5737"/>
                        <a:pt x="6139" y="5585"/>
                      </a:cubicBezTo>
                      <a:lnTo>
                        <a:pt x="6139" y="5585"/>
                      </a:lnTo>
                      <a:cubicBezTo>
                        <a:pt x="5987" y="5434"/>
                        <a:pt x="5791" y="5345"/>
                        <a:pt x="5612" y="5273"/>
                      </a:cubicBezTo>
                      <a:lnTo>
                        <a:pt x="5612" y="5273"/>
                      </a:lnTo>
                      <a:cubicBezTo>
                        <a:pt x="5568" y="5255"/>
                        <a:pt x="5523" y="5238"/>
                        <a:pt x="5470" y="5229"/>
                      </a:cubicBezTo>
                      <a:lnTo>
                        <a:pt x="5470" y="5229"/>
                      </a:lnTo>
                      <a:cubicBezTo>
                        <a:pt x="5336" y="5175"/>
                        <a:pt x="5193" y="5122"/>
                        <a:pt x="5059" y="5050"/>
                      </a:cubicBezTo>
                      <a:lnTo>
                        <a:pt x="5059" y="5050"/>
                      </a:lnTo>
                      <a:cubicBezTo>
                        <a:pt x="5006" y="5023"/>
                        <a:pt x="4943" y="4979"/>
                        <a:pt x="4907" y="4925"/>
                      </a:cubicBezTo>
                      <a:lnTo>
                        <a:pt x="4907" y="4925"/>
                      </a:lnTo>
                      <a:cubicBezTo>
                        <a:pt x="4881" y="4881"/>
                        <a:pt x="4863" y="4809"/>
                        <a:pt x="4899" y="4765"/>
                      </a:cubicBezTo>
                      <a:lnTo>
                        <a:pt x="4899" y="4765"/>
                      </a:lnTo>
                      <a:cubicBezTo>
                        <a:pt x="4916" y="4738"/>
                        <a:pt x="4943" y="4720"/>
                        <a:pt x="4970" y="4720"/>
                      </a:cubicBezTo>
                      <a:lnTo>
                        <a:pt x="4970" y="4720"/>
                      </a:lnTo>
                      <a:cubicBezTo>
                        <a:pt x="4988" y="4720"/>
                        <a:pt x="5015" y="4720"/>
                        <a:pt x="5032" y="4738"/>
                      </a:cubicBezTo>
                      <a:lnTo>
                        <a:pt x="5032" y="4738"/>
                      </a:lnTo>
                      <a:cubicBezTo>
                        <a:pt x="5041" y="4756"/>
                        <a:pt x="5059" y="4756"/>
                        <a:pt x="5077" y="4747"/>
                      </a:cubicBezTo>
                      <a:lnTo>
                        <a:pt x="5077" y="4747"/>
                      </a:lnTo>
                      <a:cubicBezTo>
                        <a:pt x="5086" y="4729"/>
                        <a:pt x="5086" y="4711"/>
                        <a:pt x="5077" y="4702"/>
                      </a:cubicBezTo>
                      <a:lnTo>
                        <a:pt x="5077" y="4702"/>
                      </a:lnTo>
                      <a:cubicBezTo>
                        <a:pt x="5050" y="4667"/>
                        <a:pt x="5015" y="4658"/>
                        <a:pt x="4970" y="4658"/>
                      </a:cubicBezTo>
                      <a:lnTo>
                        <a:pt x="4970" y="4658"/>
                      </a:lnTo>
                      <a:cubicBezTo>
                        <a:pt x="4916" y="4658"/>
                        <a:pt x="4872" y="4684"/>
                        <a:pt x="4845" y="4729"/>
                      </a:cubicBezTo>
                      <a:lnTo>
                        <a:pt x="4845" y="4729"/>
                      </a:lnTo>
                      <a:cubicBezTo>
                        <a:pt x="4800" y="4800"/>
                        <a:pt x="4818" y="4899"/>
                        <a:pt x="4854" y="4961"/>
                      </a:cubicBezTo>
                      <a:lnTo>
                        <a:pt x="4854" y="4961"/>
                      </a:lnTo>
                      <a:cubicBezTo>
                        <a:pt x="4899" y="5023"/>
                        <a:pt x="4970" y="5068"/>
                        <a:pt x="5032" y="5104"/>
                      </a:cubicBezTo>
                      <a:lnTo>
                        <a:pt x="5032" y="5104"/>
                      </a:lnTo>
                      <a:cubicBezTo>
                        <a:pt x="5166" y="5175"/>
                        <a:pt x="5309" y="5229"/>
                        <a:pt x="5452" y="5282"/>
                      </a:cubicBezTo>
                      <a:lnTo>
                        <a:pt x="5452" y="5282"/>
                      </a:lnTo>
                      <a:cubicBezTo>
                        <a:pt x="5496" y="5300"/>
                        <a:pt x="5541" y="5318"/>
                        <a:pt x="5594" y="5336"/>
                      </a:cubicBezTo>
                      <a:lnTo>
                        <a:pt x="5594" y="5336"/>
                      </a:lnTo>
                      <a:cubicBezTo>
                        <a:pt x="5755" y="5398"/>
                        <a:pt x="5951" y="5487"/>
                        <a:pt x="6094" y="5630"/>
                      </a:cubicBezTo>
                      <a:lnTo>
                        <a:pt x="6094" y="5630"/>
                      </a:lnTo>
                      <a:cubicBezTo>
                        <a:pt x="6263" y="5782"/>
                        <a:pt x="6326" y="5951"/>
                        <a:pt x="6308" y="6112"/>
                      </a:cubicBezTo>
                      <a:lnTo>
                        <a:pt x="6308" y="6112"/>
                      </a:lnTo>
                      <a:cubicBezTo>
                        <a:pt x="6308" y="6112"/>
                        <a:pt x="6308" y="6112"/>
                        <a:pt x="6308" y="6121"/>
                      </a:cubicBezTo>
                      <a:lnTo>
                        <a:pt x="6308" y="6121"/>
                      </a:lnTo>
                      <a:cubicBezTo>
                        <a:pt x="6156" y="6255"/>
                        <a:pt x="5996" y="6388"/>
                        <a:pt x="5835" y="6513"/>
                      </a:cubicBezTo>
                      <a:lnTo>
                        <a:pt x="5835" y="6513"/>
                      </a:lnTo>
                      <a:cubicBezTo>
                        <a:pt x="5505" y="6754"/>
                        <a:pt x="5006" y="7031"/>
                        <a:pt x="4479" y="7013"/>
                      </a:cubicBezTo>
                      <a:lnTo>
                        <a:pt x="4479" y="7013"/>
                      </a:lnTo>
                      <a:cubicBezTo>
                        <a:pt x="4702" y="6897"/>
                        <a:pt x="4854" y="6692"/>
                        <a:pt x="4890" y="6442"/>
                      </a:cubicBezTo>
                      <a:lnTo>
                        <a:pt x="4890" y="6442"/>
                      </a:lnTo>
                      <a:cubicBezTo>
                        <a:pt x="4934" y="6147"/>
                        <a:pt x="4792" y="5826"/>
                        <a:pt x="4542" y="5666"/>
                      </a:cubicBezTo>
                      <a:lnTo>
                        <a:pt x="4542" y="5666"/>
                      </a:lnTo>
                      <a:cubicBezTo>
                        <a:pt x="4524" y="5657"/>
                        <a:pt x="4506" y="5657"/>
                        <a:pt x="4497" y="5675"/>
                      </a:cubicBezTo>
                      <a:lnTo>
                        <a:pt x="4497" y="5675"/>
                      </a:lnTo>
                      <a:cubicBezTo>
                        <a:pt x="4488" y="5684"/>
                        <a:pt x="4497" y="5710"/>
                        <a:pt x="4506" y="5719"/>
                      </a:cubicBezTo>
                      <a:lnTo>
                        <a:pt x="4506" y="5719"/>
                      </a:lnTo>
                      <a:cubicBezTo>
                        <a:pt x="4738" y="5862"/>
                        <a:pt x="4872" y="6156"/>
                        <a:pt x="4827" y="6433"/>
                      </a:cubicBezTo>
                      <a:lnTo>
                        <a:pt x="4827" y="6433"/>
                      </a:lnTo>
                      <a:cubicBezTo>
                        <a:pt x="4792" y="6701"/>
                        <a:pt x="4604" y="6915"/>
                        <a:pt x="4345" y="6995"/>
                      </a:cubicBezTo>
                      <a:lnTo>
                        <a:pt x="4345" y="6995"/>
                      </a:lnTo>
                      <a:cubicBezTo>
                        <a:pt x="4149" y="6968"/>
                        <a:pt x="3962" y="6897"/>
                        <a:pt x="3783" y="6825"/>
                      </a:cubicBezTo>
                      <a:lnTo>
                        <a:pt x="3783" y="6825"/>
                      </a:lnTo>
                      <a:cubicBezTo>
                        <a:pt x="3676" y="6781"/>
                        <a:pt x="3560" y="6736"/>
                        <a:pt x="3444" y="6701"/>
                      </a:cubicBezTo>
                      <a:lnTo>
                        <a:pt x="3444" y="6701"/>
                      </a:lnTo>
                      <a:cubicBezTo>
                        <a:pt x="3293" y="6656"/>
                        <a:pt x="3141" y="6629"/>
                        <a:pt x="2998" y="6602"/>
                      </a:cubicBezTo>
                      <a:lnTo>
                        <a:pt x="2998" y="6602"/>
                      </a:lnTo>
                      <a:cubicBezTo>
                        <a:pt x="3097" y="6576"/>
                        <a:pt x="3186" y="6540"/>
                        <a:pt x="3266" y="6478"/>
                      </a:cubicBezTo>
                      <a:lnTo>
                        <a:pt x="3266" y="6478"/>
                      </a:lnTo>
                      <a:cubicBezTo>
                        <a:pt x="3409" y="6370"/>
                        <a:pt x="3507" y="6192"/>
                        <a:pt x="3516" y="6014"/>
                      </a:cubicBezTo>
                      <a:lnTo>
                        <a:pt x="3516" y="6014"/>
                      </a:lnTo>
                      <a:cubicBezTo>
                        <a:pt x="3516" y="5996"/>
                        <a:pt x="3507" y="5978"/>
                        <a:pt x="3489" y="5978"/>
                      </a:cubicBezTo>
                      <a:lnTo>
                        <a:pt x="3489" y="5978"/>
                      </a:lnTo>
                      <a:cubicBezTo>
                        <a:pt x="3471" y="5978"/>
                        <a:pt x="3453" y="5987"/>
                        <a:pt x="3453" y="6005"/>
                      </a:cubicBezTo>
                      <a:lnTo>
                        <a:pt x="3453" y="6005"/>
                      </a:lnTo>
                      <a:cubicBezTo>
                        <a:pt x="3444" y="6165"/>
                        <a:pt x="3355" y="6326"/>
                        <a:pt x="3221" y="6424"/>
                      </a:cubicBezTo>
                      <a:lnTo>
                        <a:pt x="3221" y="6424"/>
                      </a:lnTo>
                      <a:cubicBezTo>
                        <a:pt x="3097" y="6531"/>
                        <a:pt x="2918" y="6576"/>
                        <a:pt x="2758" y="6549"/>
                      </a:cubicBezTo>
                      <a:lnTo>
                        <a:pt x="2758" y="6549"/>
                      </a:lnTo>
                      <a:cubicBezTo>
                        <a:pt x="2749" y="6549"/>
                        <a:pt x="2749" y="6549"/>
                        <a:pt x="2740" y="6549"/>
                      </a:cubicBezTo>
                      <a:lnTo>
                        <a:pt x="2740" y="6549"/>
                      </a:lnTo>
                      <a:cubicBezTo>
                        <a:pt x="2597" y="6513"/>
                        <a:pt x="2454" y="6478"/>
                        <a:pt x="2320" y="6415"/>
                      </a:cubicBezTo>
                      <a:lnTo>
                        <a:pt x="2320" y="6415"/>
                      </a:lnTo>
                      <a:cubicBezTo>
                        <a:pt x="2106" y="6308"/>
                        <a:pt x="1919" y="6147"/>
                        <a:pt x="1776" y="5951"/>
                      </a:cubicBezTo>
                      <a:lnTo>
                        <a:pt x="1776" y="5951"/>
                      </a:lnTo>
                      <a:cubicBezTo>
                        <a:pt x="1812" y="5960"/>
                        <a:pt x="1856" y="5969"/>
                        <a:pt x="1892" y="5969"/>
                      </a:cubicBezTo>
                      <a:lnTo>
                        <a:pt x="1892" y="5969"/>
                      </a:lnTo>
                      <a:cubicBezTo>
                        <a:pt x="1990" y="5969"/>
                        <a:pt x="2080" y="5933"/>
                        <a:pt x="2160" y="5880"/>
                      </a:cubicBezTo>
                      <a:lnTo>
                        <a:pt x="2160" y="5880"/>
                      </a:lnTo>
                      <a:cubicBezTo>
                        <a:pt x="2267" y="5800"/>
                        <a:pt x="2338" y="5657"/>
                        <a:pt x="2338" y="5514"/>
                      </a:cubicBezTo>
                      <a:lnTo>
                        <a:pt x="2338" y="5514"/>
                      </a:lnTo>
                      <a:cubicBezTo>
                        <a:pt x="2329" y="5496"/>
                        <a:pt x="2320" y="5478"/>
                        <a:pt x="2303" y="5487"/>
                      </a:cubicBezTo>
                      <a:lnTo>
                        <a:pt x="2303" y="5487"/>
                      </a:lnTo>
                      <a:cubicBezTo>
                        <a:pt x="2285" y="5487"/>
                        <a:pt x="2267" y="5496"/>
                        <a:pt x="2267" y="5514"/>
                      </a:cubicBezTo>
                      <a:lnTo>
                        <a:pt x="2267" y="5514"/>
                      </a:lnTo>
                      <a:cubicBezTo>
                        <a:pt x="2276" y="5639"/>
                        <a:pt x="2213" y="5755"/>
                        <a:pt x="2115" y="5826"/>
                      </a:cubicBezTo>
                      <a:lnTo>
                        <a:pt x="2115" y="5826"/>
                      </a:lnTo>
                      <a:cubicBezTo>
                        <a:pt x="2017" y="5907"/>
                        <a:pt x="1892" y="5924"/>
                        <a:pt x="1776" y="5880"/>
                      </a:cubicBezTo>
                      <a:lnTo>
                        <a:pt x="1776" y="5880"/>
                      </a:lnTo>
                      <a:cubicBezTo>
                        <a:pt x="1758" y="5880"/>
                        <a:pt x="1741" y="5880"/>
                        <a:pt x="1741" y="5898"/>
                      </a:cubicBezTo>
                      <a:lnTo>
                        <a:pt x="1741" y="5898"/>
                      </a:lnTo>
                      <a:cubicBezTo>
                        <a:pt x="1482" y="5514"/>
                        <a:pt x="1366" y="5015"/>
                        <a:pt x="1473" y="4542"/>
                      </a:cubicBezTo>
                      <a:lnTo>
                        <a:pt x="1473" y="4542"/>
                      </a:lnTo>
                      <a:cubicBezTo>
                        <a:pt x="1500" y="4399"/>
                        <a:pt x="1544" y="4265"/>
                        <a:pt x="1607" y="4131"/>
                      </a:cubicBezTo>
                      <a:lnTo>
                        <a:pt x="1607" y="4131"/>
                      </a:lnTo>
                      <a:cubicBezTo>
                        <a:pt x="1616" y="4194"/>
                        <a:pt x="1642" y="4247"/>
                        <a:pt x="1714" y="4292"/>
                      </a:cubicBezTo>
                      <a:lnTo>
                        <a:pt x="1714" y="4292"/>
                      </a:lnTo>
                      <a:cubicBezTo>
                        <a:pt x="1776" y="4337"/>
                        <a:pt x="1856" y="4363"/>
                        <a:pt x="1928" y="4363"/>
                      </a:cubicBezTo>
                      <a:lnTo>
                        <a:pt x="1928" y="4363"/>
                      </a:lnTo>
                      <a:cubicBezTo>
                        <a:pt x="1972" y="4363"/>
                        <a:pt x="2017" y="4354"/>
                        <a:pt x="2053" y="4337"/>
                      </a:cubicBezTo>
                      <a:lnTo>
                        <a:pt x="2053" y="4337"/>
                      </a:lnTo>
                      <a:cubicBezTo>
                        <a:pt x="2071" y="4337"/>
                        <a:pt x="2080" y="4319"/>
                        <a:pt x="2071" y="4301"/>
                      </a:cubicBezTo>
                      <a:lnTo>
                        <a:pt x="2071" y="4301"/>
                      </a:lnTo>
                      <a:cubicBezTo>
                        <a:pt x="2071" y="4283"/>
                        <a:pt x="2053" y="4274"/>
                        <a:pt x="2035" y="4283"/>
                      </a:cubicBezTo>
                      <a:lnTo>
                        <a:pt x="2035" y="4283"/>
                      </a:lnTo>
                      <a:cubicBezTo>
                        <a:pt x="1937" y="4319"/>
                        <a:pt x="1830" y="4301"/>
                        <a:pt x="1749" y="4238"/>
                      </a:cubicBezTo>
                      <a:lnTo>
                        <a:pt x="1749" y="4238"/>
                      </a:lnTo>
                      <a:cubicBezTo>
                        <a:pt x="1669" y="4194"/>
                        <a:pt x="1660" y="4122"/>
                        <a:pt x="1660" y="4024"/>
                      </a:cubicBezTo>
                      <a:lnTo>
                        <a:pt x="1660" y="4024"/>
                      </a:lnTo>
                      <a:cubicBezTo>
                        <a:pt x="1830" y="3685"/>
                        <a:pt x="2106" y="3382"/>
                        <a:pt x="2445" y="3141"/>
                      </a:cubicBezTo>
                      <a:lnTo>
                        <a:pt x="2445" y="3141"/>
                      </a:lnTo>
                      <a:lnTo>
                        <a:pt x="2445" y="3141"/>
                      </a:lnTo>
                      <a:cubicBezTo>
                        <a:pt x="2570" y="3043"/>
                        <a:pt x="2713" y="2963"/>
                        <a:pt x="2865" y="2891"/>
                      </a:cubicBezTo>
                      <a:lnTo>
                        <a:pt x="2865" y="2891"/>
                      </a:lnTo>
                      <a:cubicBezTo>
                        <a:pt x="2936" y="2856"/>
                        <a:pt x="2989" y="2811"/>
                        <a:pt x="3043" y="2766"/>
                      </a:cubicBezTo>
                      <a:lnTo>
                        <a:pt x="3043" y="2766"/>
                      </a:lnTo>
                      <a:cubicBezTo>
                        <a:pt x="3230" y="2882"/>
                        <a:pt x="3346" y="3070"/>
                        <a:pt x="3400" y="3320"/>
                      </a:cubicBezTo>
                      <a:lnTo>
                        <a:pt x="3400" y="3320"/>
                      </a:lnTo>
                      <a:cubicBezTo>
                        <a:pt x="3444" y="3560"/>
                        <a:pt x="3391" y="3819"/>
                        <a:pt x="3248" y="4015"/>
                      </a:cubicBezTo>
                      <a:lnTo>
                        <a:pt x="3248" y="4015"/>
                      </a:lnTo>
                      <a:cubicBezTo>
                        <a:pt x="3186" y="4105"/>
                        <a:pt x="3114" y="4176"/>
                        <a:pt x="3043" y="4247"/>
                      </a:cubicBezTo>
                      <a:lnTo>
                        <a:pt x="3043" y="4247"/>
                      </a:lnTo>
                      <a:cubicBezTo>
                        <a:pt x="2998" y="4292"/>
                        <a:pt x="2954" y="4337"/>
                        <a:pt x="2909" y="4390"/>
                      </a:cubicBezTo>
                      <a:lnTo>
                        <a:pt x="2909" y="4390"/>
                      </a:lnTo>
                      <a:cubicBezTo>
                        <a:pt x="2766" y="4551"/>
                        <a:pt x="2695" y="4702"/>
                        <a:pt x="2704" y="4854"/>
                      </a:cubicBezTo>
                      <a:lnTo>
                        <a:pt x="2704" y="4854"/>
                      </a:lnTo>
                      <a:cubicBezTo>
                        <a:pt x="2704" y="4961"/>
                        <a:pt x="2758" y="5068"/>
                        <a:pt x="2838" y="5130"/>
                      </a:cubicBezTo>
                      <a:lnTo>
                        <a:pt x="2838" y="5130"/>
                      </a:lnTo>
                      <a:cubicBezTo>
                        <a:pt x="2891" y="5175"/>
                        <a:pt x="2963" y="5202"/>
                        <a:pt x="3025" y="5202"/>
                      </a:cubicBezTo>
                      <a:lnTo>
                        <a:pt x="3025" y="5202"/>
                      </a:lnTo>
                      <a:cubicBezTo>
                        <a:pt x="3034" y="5202"/>
                        <a:pt x="3043" y="5202"/>
                        <a:pt x="3061" y="5202"/>
                      </a:cubicBezTo>
                      <a:lnTo>
                        <a:pt x="3061" y="5202"/>
                      </a:lnTo>
                      <a:cubicBezTo>
                        <a:pt x="3079" y="5202"/>
                        <a:pt x="3088" y="5184"/>
                        <a:pt x="3088" y="5166"/>
                      </a:cubicBezTo>
                      <a:lnTo>
                        <a:pt x="3088" y="5166"/>
                      </a:lnTo>
                      <a:cubicBezTo>
                        <a:pt x="3079" y="5148"/>
                        <a:pt x="3070" y="5139"/>
                        <a:pt x="3052" y="5139"/>
                      </a:cubicBezTo>
                      <a:lnTo>
                        <a:pt x="3052" y="5139"/>
                      </a:lnTo>
                      <a:cubicBezTo>
                        <a:pt x="2989" y="5148"/>
                        <a:pt x="2927" y="5130"/>
                        <a:pt x="2882" y="5086"/>
                      </a:cubicBezTo>
                      <a:lnTo>
                        <a:pt x="2882" y="5086"/>
                      </a:lnTo>
                      <a:cubicBezTo>
                        <a:pt x="2811" y="5023"/>
                        <a:pt x="2766" y="4943"/>
                        <a:pt x="2766" y="4854"/>
                      </a:cubicBezTo>
                      <a:lnTo>
                        <a:pt x="2766" y="4854"/>
                      </a:lnTo>
                      <a:cubicBezTo>
                        <a:pt x="2758" y="4720"/>
                        <a:pt x="2820" y="4577"/>
                        <a:pt x="2954" y="4426"/>
                      </a:cubicBezTo>
                      <a:lnTo>
                        <a:pt x="2954" y="4426"/>
                      </a:lnTo>
                      <a:cubicBezTo>
                        <a:pt x="2998" y="4381"/>
                        <a:pt x="3043" y="4337"/>
                        <a:pt x="3088" y="4292"/>
                      </a:cubicBezTo>
                      <a:lnTo>
                        <a:pt x="3088" y="4292"/>
                      </a:lnTo>
                      <a:cubicBezTo>
                        <a:pt x="3159" y="4221"/>
                        <a:pt x="3239" y="4140"/>
                        <a:pt x="3302" y="4060"/>
                      </a:cubicBezTo>
                      <a:lnTo>
                        <a:pt x="3302" y="4060"/>
                      </a:lnTo>
                      <a:cubicBezTo>
                        <a:pt x="3453" y="3846"/>
                        <a:pt x="3516" y="3560"/>
                        <a:pt x="3462" y="3302"/>
                      </a:cubicBezTo>
                      <a:lnTo>
                        <a:pt x="3462" y="3302"/>
                      </a:lnTo>
                      <a:cubicBezTo>
                        <a:pt x="3409" y="3043"/>
                        <a:pt x="3284" y="2847"/>
                        <a:pt x="3088" y="2722"/>
                      </a:cubicBezTo>
                      <a:lnTo>
                        <a:pt x="3088" y="2722"/>
                      </a:lnTo>
                      <a:cubicBezTo>
                        <a:pt x="3168" y="2633"/>
                        <a:pt x="3230" y="2526"/>
                        <a:pt x="3293" y="2418"/>
                      </a:cubicBezTo>
                      <a:lnTo>
                        <a:pt x="3293" y="2418"/>
                      </a:lnTo>
                      <a:cubicBezTo>
                        <a:pt x="3364" y="2294"/>
                        <a:pt x="3436" y="2169"/>
                        <a:pt x="3543" y="2053"/>
                      </a:cubicBezTo>
                      <a:lnTo>
                        <a:pt x="3543" y="2053"/>
                      </a:lnTo>
                      <a:cubicBezTo>
                        <a:pt x="3596" y="2008"/>
                        <a:pt x="3659" y="1964"/>
                        <a:pt x="3730" y="1919"/>
                      </a:cubicBezTo>
                      <a:lnTo>
                        <a:pt x="3730" y="1919"/>
                      </a:lnTo>
                      <a:cubicBezTo>
                        <a:pt x="3855" y="1910"/>
                        <a:pt x="3980" y="1972"/>
                        <a:pt x="4042" y="2017"/>
                      </a:cubicBezTo>
                      <a:lnTo>
                        <a:pt x="4042" y="2017"/>
                      </a:lnTo>
                      <a:cubicBezTo>
                        <a:pt x="4399" y="2240"/>
                        <a:pt x="4595" y="2659"/>
                        <a:pt x="4551" y="3070"/>
                      </a:cubicBezTo>
                      <a:lnTo>
                        <a:pt x="4551" y="3070"/>
                      </a:lnTo>
                      <a:cubicBezTo>
                        <a:pt x="4551" y="3079"/>
                        <a:pt x="4560" y="3096"/>
                        <a:pt x="4568" y="3096"/>
                      </a:cubicBezTo>
                      <a:lnTo>
                        <a:pt x="4568" y="3096"/>
                      </a:lnTo>
                      <a:cubicBezTo>
                        <a:pt x="4577" y="3105"/>
                        <a:pt x="4577" y="3105"/>
                        <a:pt x="4586" y="3105"/>
                      </a:cubicBezTo>
                      <a:lnTo>
                        <a:pt x="4586" y="3105"/>
                      </a:lnTo>
                      <a:cubicBezTo>
                        <a:pt x="4586" y="3105"/>
                        <a:pt x="4595" y="3105"/>
                        <a:pt x="4604" y="3096"/>
                      </a:cubicBezTo>
                      <a:lnTo>
                        <a:pt x="4604" y="3096"/>
                      </a:lnTo>
                      <a:lnTo>
                        <a:pt x="4667" y="3061"/>
                      </a:lnTo>
                      <a:cubicBezTo>
                        <a:pt x="4676" y="3052"/>
                        <a:pt x="4684" y="3034"/>
                        <a:pt x="4676" y="3016"/>
                      </a:cubicBezTo>
                      <a:lnTo>
                        <a:pt x="4676" y="3016"/>
                      </a:lnTo>
                      <a:cubicBezTo>
                        <a:pt x="4667" y="2998"/>
                        <a:pt x="4640" y="2998"/>
                        <a:pt x="4631" y="3007"/>
                      </a:cubicBezTo>
                      <a:lnTo>
                        <a:pt x="4631" y="3007"/>
                      </a:lnTo>
                      <a:lnTo>
                        <a:pt x="4622" y="3007"/>
                      </a:lnTo>
                      <a:cubicBezTo>
                        <a:pt x="4640" y="2597"/>
                        <a:pt x="4426" y="2187"/>
                        <a:pt x="4078" y="1964"/>
                      </a:cubicBezTo>
                      <a:lnTo>
                        <a:pt x="4078" y="1964"/>
                      </a:lnTo>
                      <a:cubicBezTo>
                        <a:pt x="3998" y="1910"/>
                        <a:pt x="3917" y="1883"/>
                        <a:pt x="3837" y="1865"/>
                      </a:cubicBezTo>
                      <a:lnTo>
                        <a:pt x="3837" y="1865"/>
                      </a:lnTo>
                      <a:cubicBezTo>
                        <a:pt x="3935" y="1821"/>
                        <a:pt x="4033" y="1776"/>
                        <a:pt x="4140" y="1732"/>
                      </a:cubicBezTo>
                      <a:lnTo>
                        <a:pt x="4140" y="1732"/>
                      </a:lnTo>
                      <a:cubicBezTo>
                        <a:pt x="4310" y="1669"/>
                        <a:pt x="4470" y="1598"/>
                        <a:pt x="4595" y="1517"/>
                      </a:cubicBezTo>
                      <a:lnTo>
                        <a:pt x="4595" y="1517"/>
                      </a:lnTo>
                      <a:cubicBezTo>
                        <a:pt x="4747" y="1410"/>
                        <a:pt x="4943" y="1357"/>
                        <a:pt x="5175" y="1357"/>
                      </a:cubicBezTo>
                      <a:lnTo>
                        <a:pt x="5175" y="1357"/>
                      </a:lnTo>
                      <a:cubicBezTo>
                        <a:pt x="5273" y="1357"/>
                        <a:pt x="5371" y="1366"/>
                        <a:pt x="5478" y="1384"/>
                      </a:cubicBezTo>
                      <a:lnTo>
                        <a:pt x="5478" y="1384"/>
                      </a:lnTo>
                      <a:cubicBezTo>
                        <a:pt x="5273" y="1491"/>
                        <a:pt x="5122" y="1705"/>
                        <a:pt x="5113" y="1937"/>
                      </a:cubicBezTo>
                      <a:lnTo>
                        <a:pt x="5113" y="1937"/>
                      </a:lnTo>
                      <a:cubicBezTo>
                        <a:pt x="5113" y="1955"/>
                        <a:pt x="5122" y="1972"/>
                        <a:pt x="5139" y="1972"/>
                      </a:cubicBezTo>
                      <a:lnTo>
                        <a:pt x="5139" y="1972"/>
                      </a:lnTo>
                      <a:lnTo>
                        <a:pt x="5202" y="1981"/>
                      </a:lnTo>
                      <a:cubicBezTo>
                        <a:pt x="5211" y="1981"/>
                        <a:pt x="5211" y="1981"/>
                        <a:pt x="5211" y="1981"/>
                      </a:cubicBezTo>
                      <a:lnTo>
                        <a:pt x="5211" y="1981"/>
                      </a:lnTo>
                      <a:cubicBezTo>
                        <a:pt x="5229" y="1981"/>
                        <a:pt x="5238" y="1972"/>
                        <a:pt x="5238" y="1955"/>
                      </a:cubicBezTo>
                      <a:lnTo>
                        <a:pt x="5238" y="1955"/>
                      </a:lnTo>
                      <a:cubicBezTo>
                        <a:pt x="5246" y="1937"/>
                        <a:pt x="5229" y="1919"/>
                        <a:pt x="5211" y="1919"/>
                      </a:cubicBezTo>
                      <a:lnTo>
                        <a:pt x="5211" y="1919"/>
                      </a:lnTo>
                      <a:lnTo>
                        <a:pt x="5175" y="1910"/>
                      </a:lnTo>
                      <a:cubicBezTo>
                        <a:pt x="5193" y="1714"/>
                        <a:pt x="5336" y="1517"/>
                        <a:pt x="5514" y="1437"/>
                      </a:cubicBezTo>
                      <a:lnTo>
                        <a:pt x="5514" y="1437"/>
                      </a:lnTo>
                      <a:cubicBezTo>
                        <a:pt x="5532" y="1428"/>
                        <a:pt x="5541" y="1410"/>
                        <a:pt x="5532" y="1393"/>
                      </a:cubicBezTo>
                      <a:lnTo>
                        <a:pt x="5532" y="1393"/>
                      </a:lnTo>
                      <a:cubicBezTo>
                        <a:pt x="5559" y="1401"/>
                        <a:pt x="5585" y="1401"/>
                        <a:pt x="5621" y="1410"/>
                      </a:cubicBezTo>
                      <a:lnTo>
                        <a:pt x="5621" y="1410"/>
                      </a:lnTo>
                      <a:cubicBezTo>
                        <a:pt x="5826" y="1455"/>
                        <a:pt x="6049" y="1375"/>
                        <a:pt x="6272" y="1294"/>
                      </a:cubicBezTo>
                      <a:lnTo>
                        <a:pt x="6272" y="1294"/>
                      </a:lnTo>
                      <a:cubicBezTo>
                        <a:pt x="6371" y="1250"/>
                        <a:pt x="6469" y="1214"/>
                        <a:pt x="6576" y="1187"/>
                      </a:cubicBezTo>
                      <a:lnTo>
                        <a:pt x="6576" y="1187"/>
                      </a:lnTo>
                      <a:cubicBezTo>
                        <a:pt x="6567" y="1205"/>
                        <a:pt x="6558" y="1214"/>
                        <a:pt x="6558" y="1223"/>
                      </a:cubicBezTo>
                      <a:lnTo>
                        <a:pt x="6558" y="1223"/>
                      </a:lnTo>
                      <a:cubicBezTo>
                        <a:pt x="6522" y="1294"/>
                        <a:pt x="6602" y="1535"/>
                        <a:pt x="6656" y="1589"/>
                      </a:cubicBezTo>
                      <a:lnTo>
                        <a:pt x="6656" y="1589"/>
                      </a:lnTo>
                      <a:cubicBezTo>
                        <a:pt x="6656" y="1589"/>
                        <a:pt x="6665" y="1598"/>
                        <a:pt x="6674" y="1598"/>
                      </a:cubicBezTo>
                      <a:lnTo>
                        <a:pt x="6674" y="1598"/>
                      </a:lnTo>
                      <a:cubicBezTo>
                        <a:pt x="6683" y="1598"/>
                        <a:pt x="6692" y="1589"/>
                        <a:pt x="6701" y="1589"/>
                      </a:cubicBezTo>
                    </a:path>
                  </a:pathLst>
                </a:custGeom>
                <a:solidFill>
                  <a:srgbClr val="CEAB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" name="Google Shape;923;p47">
                <a:extLst>
                  <a:ext uri="{FF2B5EF4-FFF2-40B4-BE49-F238E27FC236}">
                    <a16:creationId xmlns:a16="http://schemas.microsoft.com/office/drawing/2014/main" id="{1956B2BB-8AFC-49B3-1964-E360D67A6FF9}"/>
                  </a:ext>
                </a:extLst>
              </p:cNvPr>
              <p:cNvSpPr/>
              <p:nvPr/>
            </p:nvSpPr>
            <p:spPr>
              <a:xfrm>
                <a:off x="3186425" y="4160625"/>
                <a:ext cx="533679" cy="414643"/>
              </a:xfrm>
              <a:custGeom>
                <a:avLst/>
                <a:gdLst/>
                <a:ahLst/>
                <a:cxnLst/>
                <a:rect l="l" t="t" r="r" b="b"/>
                <a:pathLst>
                  <a:path w="11437" h="8886" extrusionOk="0">
                    <a:moveTo>
                      <a:pt x="2855" y="18"/>
                    </a:moveTo>
                    <a:lnTo>
                      <a:pt x="2061" y="1223"/>
                    </a:lnTo>
                    <a:cubicBezTo>
                      <a:pt x="2052" y="1223"/>
                      <a:pt x="2043" y="1223"/>
                      <a:pt x="2034" y="1223"/>
                    </a:cubicBezTo>
                    <a:lnTo>
                      <a:pt x="2034" y="1223"/>
                    </a:lnTo>
                    <a:cubicBezTo>
                      <a:pt x="1981" y="1223"/>
                      <a:pt x="1936" y="1267"/>
                      <a:pt x="1936" y="1321"/>
                    </a:cubicBezTo>
                    <a:lnTo>
                      <a:pt x="1936" y="1321"/>
                    </a:lnTo>
                    <a:cubicBezTo>
                      <a:pt x="1936" y="1339"/>
                      <a:pt x="1945" y="1357"/>
                      <a:pt x="1954" y="1365"/>
                    </a:cubicBezTo>
                    <a:lnTo>
                      <a:pt x="1954" y="1365"/>
                    </a:lnTo>
                    <a:lnTo>
                      <a:pt x="437" y="2900"/>
                    </a:lnTo>
                    <a:cubicBezTo>
                      <a:pt x="428" y="2900"/>
                      <a:pt x="411" y="2900"/>
                      <a:pt x="402" y="2900"/>
                    </a:cubicBezTo>
                    <a:lnTo>
                      <a:pt x="402" y="2900"/>
                    </a:lnTo>
                    <a:cubicBezTo>
                      <a:pt x="348" y="2900"/>
                      <a:pt x="303" y="2944"/>
                      <a:pt x="303" y="2998"/>
                    </a:cubicBezTo>
                    <a:lnTo>
                      <a:pt x="303" y="2998"/>
                    </a:lnTo>
                    <a:cubicBezTo>
                      <a:pt x="303" y="3034"/>
                      <a:pt x="321" y="3060"/>
                      <a:pt x="357" y="3078"/>
                    </a:cubicBezTo>
                    <a:lnTo>
                      <a:pt x="357" y="3078"/>
                    </a:lnTo>
                    <a:lnTo>
                      <a:pt x="63" y="4827"/>
                    </a:lnTo>
                    <a:cubicBezTo>
                      <a:pt x="27" y="4845"/>
                      <a:pt x="0" y="4880"/>
                      <a:pt x="0" y="4925"/>
                    </a:cubicBezTo>
                    <a:lnTo>
                      <a:pt x="0" y="4925"/>
                    </a:lnTo>
                    <a:cubicBezTo>
                      <a:pt x="0" y="4970"/>
                      <a:pt x="36" y="5014"/>
                      <a:pt x="89" y="5023"/>
                    </a:cubicBezTo>
                    <a:lnTo>
                      <a:pt x="89" y="5023"/>
                    </a:lnTo>
                    <a:lnTo>
                      <a:pt x="660" y="6227"/>
                    </a:lnTo>
                    <a:cubicBezTo>
                      <a:pt x="634" y="6245"/>
                      <a:pt x="625" y="6272"/>
                      <a:pt x="625" y="6308"/>
                    </a:cubicBezTo>
                    <a:lnTo>
                      <a:pt x="625" y="6308"/>
                    </a:lnTo>
                    <a:cubicBezTo>
                      <a:pt x="625" y="6361"/>
                      <a:pt x="669" y="6406"/>
                      <a:pt x="723" y="6406"/>
                    </a:cubicBezTo>
                    <a:lnTo>
                      <a:pt x="723" y="6406"/>
                    </a:lnTo>
                    <a:cubicBezTo>
                      <a:pt x="741" y="6406"/>
                      <a:pt x="758" y="6397"/>
                      <a:pt x="767" y="6388"/>
                    </a:cubicBezTo>
                    <a:lnTo>
                      <a:pt x="767" y="6388"/>
                    </a:lnTo>
                    <a:cubicBezTo>
                      <a:pt x="1338" y="6745"/>
                      <a:pt x="2177" y="7280"/>
                      <a:pt x="2409" y="7467"/>
                    </a:cubicBezTo>
                    <a:lnTo>
                      <a:pt x="2409" y="7467"/>
                    </a:lnTo>
                    <a:cubicBezTo>
                      <a:pt x="2400" y="7476"/>
                      <a:pt x="2400" y="7494"/>
                      <a:pt x="2400" y="7512"/>
                    </a:cubicBezTo>
                    <a:lnTo>
                      <a:pt x="2400" y="7512"/>
                    </a:lnTo>
                    <a:cubicBezTo>
                      <a:pt x="2400" y="7566"/>
                      <a:pt x="2445" y="7610"/>
                      <a:pt x="2498" y="7610"/>
                    </a:cubicBezTo>
                    <a:lnTo>
                      <a:pt x="2498" y="7610"/>
                    </a:lnTo>
                    <a:cubicBezTo>
                      <a:pt x="2525" y="7610"/>
                      <a:pt x="2552" y="7592"/>
                      <a:pt x="2569" y="7574"/>
                    </a:cubicBezTo>
                    <a:lnTo>
                      <a:pt x="2569" y="7574"/>
                    </a:lnTo>
                    <a:lnTo>
                      <a:pt x="3934" y="8065"/>
                    </a:lnTo>
                    <a:cubicBezTo>
                      <a:pt x="3943" y="8119"/>
                      <a:pt x="3979" y="8163"/>
                      <a:pt x="4032" y="8163"/>
                    </a:cubicBezTo>
                    <a:lnTo>
                      <a:pt x="4032" y="8163"/>
                    </a:lnTo>
                    <a:cubicBezTo>
                      <a:pt x="4068" y="8163"/>
                      <a:pt x="4095" y="8145"/>
                      <a:pt x="4113" y="8128"/>
                    </a:cubicBezTo>
                    <a:lnTo>
                      <a:pt x="4113" y="8128"/>
                    </a:lnTo>
                    <a:lnTo>
                      <a:pt x="5915" y="8788"/>
                    </a:lnTo>
                    <a:lnTo>
                      <a:pt x="5915" y="8788"/>
                    </a:lnTo>
                    <a:lnTo>
                      <a:pt x="5915" y="8788"/>
                    </a:lnTo>
                    <a:cubicBezTo>
                      <a:pt x="5915" y="8841"/>
                      <a:pt x="5959" y="8886"/>
                      <a:pt x="6013" y="8886"/>
                    </a:cubicBezTo>
                    <a:lnTo>
                      <a:pt x="6013" y="8886"/>
                    </a:lnTo>
                    <a:cubicBezTo>
                      <a:pt x="6075" y="8886"/>
                      <a:pt x="6120" y="8841"/>
                      <a:pt x="6120" y="8788"/>
                    </a:cubicBezTo>
                    <a:lnTo>
                      <a:pt x="6120" y="8788"/>
                    </a:lnTo>
                    <a:cubicBezTo>
                      <a:pt x="6120" y="8779"/>
                      <a:pt x="6111" y="8770"/>
                      <a:pt x="6111" y="8761"/>
                    </a:cubicBezTo>
                    <a:lnTo>
                      <a:pt x="6111" y="8761"/>
                    </a:lnTo>
                    <a:lnTo>
                      <a:pt x="8636" y="6861"/>
                    </a:lnTo>
                    <a:cubicBezTo>
                      <a:pt x="8645" y="6870"/>
                      <a:pt x="8671" y="6879"/>
                      <a:pt x="8689" y="6879"/>
                    </a:cubicBezTo>
                    <a:lnTo>
                      <a:pt x="8689" y="6879"/>
                    </a:lnTo>
                    <a:cubicBezTo>
                      <a:pt x="8743" y="6879"/>
                      <a:pt x="8787" y="6834"/>
                      <a:pt x="8787" y="6780"/>
                    </a:cubicBezTo>
                    <a:lnTo>
                      <a:pt x="8787" y="6780"/>
                    </a:lnTo>
                    <a:cubicBezTo>
                      <a:pt x="8787" y="6763"/>
                      <a:pt x="8787" y="6754"/>
                      <a:pt x="8778" y="6736"/>
                    </a:cubicBezTo>
                    <a:lnTo>
                      <a:pt x="8778" y="6736"/>
                    </a:lnTo>
                    <a:lnTo>
                      <a:pt x="10438" y="5210"/>
                    </a:lnTo>
                    <a:cubicBezTo>
                      <a:pt x="10447" y="5219"/>
                      <a:pt x="10465" y="5228"/>
                      <a:pt x="10482" y="5228"/>
                    </a:cubicBezTo>
                    <a:lnTo>
                      <a:pt x="10482" y="5228"/>
                    </a:lnTo>
                    <a:cubicBezTo>
                      <a:pt x="10536" y="5228"/>
                      <a:pt x="10580" y="5184"/>
                      <a:pt x="10580" y="5130"/>
                    </a:cubicBezTo>
                    <a:lnTo>
                      <a:pt x="10580" y="5130"/>
                    </a:lnTo>
                    <a:cubicBezTo>
                      <a:pt x="10580" y="5103"/>
                      <a:pt x="10572" y="5077"/>
                      <a:pt x="10554" y="5059"/>
                    </a:cubicBezTo>
                    <a:lnTo>
                      <a:pt x="10554" y="5059"/>
                    </a:lnTo>
                    <a:lnTo>
                      <a:pt x="11330" y="3506"/>
                    </a:lnTo>
                    <a:cubicBezTo>
                      <a:pt x="11330" y="3506"/>
                      <a:pt x="11330" y="3506"/>
                      <a:pt x="11339" y="3506"/>
                    </a:cubicBezTo>
                    <a:lnTo>
                      <a:pt x="11339" y="3506"/>
                    </a:lnTo>
                    <a:cubicBezTo>
                      <a:pt x="11392" y="3506"/>
                      <a:pt x="11437" y="3462"/>
                      <a:pt x="11437" y="3408"/>
                    </a:cubicBezTo>
                    <a:lnTo>
                      <a:pt x="11437" y="3408"/>
                    </a:lnTo>
                    <a:cubicBezTo>
                      <a:pt x="11437" y="3364"/>
                      <a:pt x="11410" y="3328"/>
                      <a:pt x="11374" y="3310"/>
                    </a:cubicBezTo>
                    <a:lnTo>
                      <a:pt x="11374" y="3310"/>
                    </a:lnTo>
                    <a:cubicBezTo>
                      <a:pt x="11321" y="3052"/>
                      <a:pt x="11053" y="2418"/>
                      <a:pt x="10812" y="1856"/>
                    </a:cubicBezTo>
                    <a:lnTo>
                      <a:pt x="10812" y="1856"/>
                    </a:lnTo>
                    <a:cubicBezTo>
                      <a:pt x="10830" y="1838"/>
                      <a:pt x="10839" y="1811"/>
                      <a:pt x="10839" y="1785"/>
                    </a:cubicBezTo>
                    <a:lnTo>
                      <a:pt x="10839" y="1785"/>
                    </a:lnTo>
                    <a:cubicBezTo>
                      <a:pt x="10839" y="1731"/>
                      <a:pt x="10795" y="1687"/>
                      <a:pt x="10741" y="1687"/>
                    </a:cubicBezTo>
                    <a:lnTo>
                      <a:pt x="10741" y="1687"/>
                    </a:lnTo>
                    <a:cubicBezTo>
                      <a:pt x="10723" y="1687"/>
                      <a:pt x="10705" y="1696"/>
                      <a:pt x="10688" y="1704"/>
                    </a:cubicBezTo>
                    <a:lnTo>
                      <a:pt x="10688" y="1704"/>
                    </a:lnTo>
                    <a:lnTo>
                      <a:pt x="8877" y="536"/>
                    </a:lnTo>
                    <a:cubicBezTo>
                      <a:pt x="8877" y="527"/>
                      <a:pt x="8886" y="518"/>
                      <a:pt x="8886" y="509"/>
                    </a:cubicBezTo>
                    <a:lnTo>
                      <a:pt x="8886" y="509"/>
                    </a:lnTo>
                    <a:cubicBezTo>
                      <a:pt x="8886" y="456"/>
                      <a:pt x="8841" y="411"/>
                      <a:pt x="8778" y="411"/>
                    </a:cubicBezTo>
                    <a:lnTo>
                      <a:pt x="8778" y="411"/>
                    </a:lnTo>
                    <a:cubicBezTo>
                      <a:pt x="8752" y="411"/>
                      <a:pt x="8716" y="429"/>
                      <a:pt x="8698" y="456"/>
                    </a:cubicBezTo>
                    <a:lnTo>
                      <a:pt x="8698" y="456"/>
                    </a:lnTo>
                    <a:lnTo>
                      <a:pt x="7440" y="143"/>
                    </a:lnTo>
                    <a:cubicBezTo>
                      <a:pt x="7431" y="99"/>
                      <a:pt x="7387" y="63"/>
                      <a:pt x="7342" y="63"/>
                    </a:cubicBezTo>
                    <a:lnTo>
                      <a:pt x="7342" y="63"/>
                    </a:lnTo>
                    <a:cubicBezTo>
                      <a:pt x="7298" y="63"/>
                      <a:pt x="7262" y="90"/>
                      <a:pt x="7253" y="125"/>
                    </a:cubicBezTo>
                    <a:lnTo>
                      <a:pt x="7253" y="125"/>
                    </a:lnTo>
                    <a:cubicBezTo>
                      <a:pt x="7083" y="117"/>
                      <a:pt x="6736" y="117"/>
                      <a:pt x="5977" y="117"/>
                    </a:cubicBezTo>
                    <a:lnTo>
                      <a:pt x="5977" y="117"/>
                    </a:lnTo>
                    <a:cubicBezTo>
                      <a:pt x="5460" y="125"/>
                      <a:pt x="4942" y="125"/>
                      <a:pt x="4719" y="125"/>
                    </a:cubicBezTo>
                    <a:lnTo>
                      <a:pt x="4719" y="125"/>
                    </a:lnTo>
                    <a:cubicBezTo>
                      <a:pt x="4702" y="99"/>
                      <a:pt x="4666" y="81"/>
                      <a:pt x="4630" y="81"/>
                    </a:cubicBezTo>
                    <a:lnTo>
                      <a:pt x="4630" y="81"/>
                    </a:lnTo>
                    <a:cubicBezTo>
                      <a:pt x="4594" y="81"/>
                      <a:pt x="4568" y="99"/>
                      <a:pt x="4550" y="125"/>
                    </a:cubicBezTo>
                    <a:lnTo>
                      <a:pt x="4550" y="125"/>
                    </a:lnTo>
                    <a:lnTo>
                      <a:pt x="2891" y="1"/>
                    </a:lnTo>
                    <a:cubicBezTo>
                      <a:pt x="2891" y="1"/>
                      <a:pt x="2882" y="1"/>
                      <a:pt x="2882" y="1"/>
                    </a:cubicBezTo>
                    <a:lnTo>
                      <a:pt x="2882" y="1"/>
                    </a:lnTo>
                    <a:cubicBezTo>
                      <a:pt x="2873" y="1"/>
                      <a:pt x="2864" y="9"/>
                      <a:pt x="2855" y="18"/>
                    </a:cubicBezTo>
                    <a:moveTo>
                      <a:pt x="2132" y="1330"/>
                    </a:moveTo>
                    <a:cubicBezTo>
                      <a:pt x="2132" y="1330"/>
                      <a:pt x="2132" y="1330"/>
                      <a:pt x="2132" y="1321"/>
                    </a:cubicBezTo>
                    <a:lnTo>
                      <a:pt x="2132" y="1321"/>
                    </a:lnTo>
                    <a:cubicBezTo>
                      <a:pt x="2132" y="1303"/>
                      <a:pt x="2123" y="1276"/>
                      <a:pt x="2114" y="1258"/>
                    </a:cubicBezTo>
                    <a:lnTo>
                      <a:pt x="2114" y="1258"/>
                    </a:lnTo>
                    <a:lnTo>
                      <a:pt x="2899" y="63"/>
                    </a:lnTo>
                    <a:lnTo>
                      <a:pt x="4532" y="188"/>
                    </a:lnTo>
                    <a:cubicBezTo>
                      <a:pt x="4541" y="232"/>
                      <a:pt x="4586" y="277"/>
                      <a:pt x="4630" y="277"/>
                    </a:cubicBezTo>
                    <a:lnTo>
                      <a:pt x="4630" y="277"/>
                    </a:lnTo>
                    <a:lnTo>
                      <a:pt x="5719" y="2088"/>
                    </a:lnTo>
                    <a:cubicBezTo>
                      <a:pt x="5710" y="2097"/>
                      <a:pt x="5701" y="2106"/>
                      <a:pt x="5701" y="2115"/>
                    </a:cubicBezTo>
                    <a:lnTo>
                      <a:pt x="5701" y="2115"/>
                    </a:lnTo>
                    <a:lnTo>
                      <a:pt x="4755" y="2008"/>
                    </a:lnTo>
                    <a:cubicBezTo>
                      <a:pt x="4746" y="1963"/>
                      <a:pt x="4710" y="1936"/>
                      <a:pt x="4666" y="1936"/>
                    </a:cubicBezTo>
                    <a:lnTo>
                      <a:pt x="4666" y="1936"/>
                    </a:lnTo>
                    <a:cubicBezTo>
                      <a:pt x="4630" y="1936"/>
                      <a:pt x="4594" y="1945"/>
                      <a:pt x="4577" y="1972"/>
                    </a:cubicBezTo>
                    <a:lnTo>
                      <a:pt x="4577" y="1972"/>
                    </a:lnTo>
                    <a:close/>
                    <a:moveTo>
                      <a:pt x="4764" y="188"/>
                    </a:moveTo>
                    <a:cubicBezTo>
                      <a:pt x="5674" y="179"/>
                      <a:pt x="6869" y="179"/>
                      <a:pt x="7244" y="188"/>
                    </a:cubicBezTo>
                    <a:lnTo>
                      <a:pt x="7244" y="188"/>
                    </a:lnTo>
                    <a:cubicBezTo>
                      <a:pt x="7253" y="215"/>
                      <a:pt x="7271" y="232"/>
                      <a:pt x="7298" y="250"/>
                    </a:cubicBezTo>
                    <a:lnTo>
                      <a:pt x="7298" y="250"/>
                    </a:lnTo>
                    <a:cubicBezTo>
                      <a:pt x="7244" y="384"/>
                      <a:pt x="7155" y="634"/>
                      <a:pt x="7039" y="1000"/>
                    </a:cubicBezTo>
                    <a:lnTo>
                      <a:pt x="7039" y="1000"/>
                    </a:lnTo>
                    <a:cubicBezTo>
                      <a:pt x="7012" y="1000"/>
                      <a:pt x="6985" y="1018"/>
                      <a:pt x="6967" y="1035"/>
                    </a:cubicBezTo>
                    <a:lnTo>
                      <a:pt x="6967" y="1035"/>
                    </a:lnTo>
                    <a:close/>
                    <a:moveTo>
                      <a:pt x="7449" y="3132"/>
                    </a:moveTo>
                    <a:lnTo>
                      <a:pt x="7092" y="1187"/>
                    </a:lnTo>
                    <a:cubicBezTo>
                      <a:pt x="7119" y="1169"/>
                      <a:pt x="7146" y="1134"/>
                      <a:pt x="7146" y="1098"/>
                    </a:cubicBezTo>
                    <a:lnTo>
                      <a:pt x="7146" y="1098"/>
                    </a:lnTo>
                    <a:cubicBezTo>
                      <a:pt x="7146" y="1062"/>
                      <a:pt x="7128" y="1035"/>
                      <a:pt x="7101" y="1018"/>
                    </a:cubicBezTo>
                    <a:lnTo>
                      <a:pt x="7101" y="1018"/>
                    </a:lnTo>
                    <a:cubicBezTo>
                      <a:pt x="7191" y="750"/>
                      <a:pt x="7298" y="411"/>
                      <a:pt x="7351" y="259"/>
                    </a:cubicBezTo>
                    <a:lnTo>
                      <a:pt x="7351" y="259"/>
                    </a:lnTo>
                    <a:cubicBezTo>
                      <a:pt x="7387" y="250"/>
                      <a:pt x="7414" y="232"/>
                      <a:pt x="7422" y="206"/>
                    </a:cubicBezTo>
                    <a:lnTo>
                      <a:pt x="7422" y="206"/>
                    </a:lnTo>
                    <a:lnTo>
                      <a:pt x="8680" y="518"/>
                    </a:lnTo>
                    <a:cubicBezTo>
                      <a:pt x="8689" y="563"/>
                      <a:pt x="8725" y="598"/>
                      <a:pt x="8770" y="607"/>
                    </a:cubicBezTo>
                    <a:lnTo>
                      <a:pt x="8770" y="607"/>
                    </a:lnTo>
                    <a:lnTo>
                      <a:pt x="8912" y="1535"/>
                    </a:lnTo>
                    <a:cubicBezTo>
                      <a:pt x="8886" y="1553"/>
                      <a:pt x="8868" y="1580"/>
                      <a:pt x="8868" y="1615"/>
                    </a:cubicBezTo>
                    <a:lnTo>
                      <a:pt x="8868" y="1615"/>
                    </a:lnTo>
                    <a:cubicBezTo>
                      <a:pt x="8868" y="1633"/>
                      <a:pt x="8868" y="1651"/>
                      <a:pt x="8877" y="1660"/>
                    </a:cubicBezTo>
                    <a:lnTo>
                      <a:pt x="8877" y="1660"/>
                    </a:lnTo>
                    <a:lnTo>
                      <a:pt x="7485" y="3141"/>
                    </a:lnTo>
                    <a:cubicBezTo>
                      <a:pt x="7476" y="3132"/>
                      <a:pt x="7467" y="3132"/>
                      <a:pt x="7449" y="3132"/>
                    </a:cubicBezTo>
                    <a:close/>
                    <a:moveTo>
                      <a:pt x="4693" y="259"/>
                    </a:moveTo>
                    <a:cubicBezTo>
                      <a:pt x="4702" y="250"/>
                      <a:pt x="4710" y="241"/>
                      <a:pt x="4710" y="232"/>
                    </a:cubicBezTo>
                    <a:lnTo>
                      <a:pt x="4710" y="232"/>
                    </a:lnTo>
                    <a:lnTo>
                      <a:pt x="6950" y="1098"/>
                    </a:lnTo>
                    <a:cubicBezTo>
                      <a:pt x="6950" y="1098"/>
                      <a:pt x="6950" y="1098"/>
                      <a:pt x="6950" y="1098"/>
                    </a:cubicBezTo>
                    <a:lnTo>
                      <a:pt x="6950" y="1098"/>
                    </a:lnTo>
                    <a:cubicBezTo>
                      <a:pt x="6950" y="1107"/>
                      <a:pt x="6950" y="1125"/>
                      <a:pt x="6950" y="1134"/>
                    </a:cubicBezTo>
                    <a:lnTo>
                      <a:pt x="6950" y="1134"/>
                    </a:lnTo>
                    <a:lnTo>
                      <a:pt x="5835" y="2070"/>
                    </a:lnTo>
                    <a:cubicBezTo>
                      <a:pt x="5826" y="2061"/>
                      <a:pt x="5808" y="2061"/>
                      <a:pt x="5790" y="2061"/>
                    </a:cubicBezTo>
                    <a:lnTo>
                      <a:pt x="5790" y="2061"/>
                    </a:lnTo>
                    <a:cubicBezTo>
                      <a:pt x="5781" y="2061"/>
                      <a:pt x="5772" y="2061"/>
                      <a:pt x="5772" y="2061"/>
                    </a:cubicBezTo>
                    <a:lnTo>
                      <a:pt x="5772" y="2061"/>
                    </a:lnTo>
                    <a:close/>
                    <a:moveTo>
                      <a:pt x="9055" y="1588"/>
                    </a:moveTo>
                    <a:cubicBezTo>
                      <a:pt x="9046" y="1553"/>
                      <a:pt x="9019" y="1526"/>
                      <a:pt x="8975" y="1517"/>
                    </a:cubicBezTo>
                    <a:lnTo>
                      <a:pt x="8975" y="1517"/>
                    </a:lnTo>
                    <a:lnTo>
                      <a:pt x="8832" y="598"/>
                    </a:lnTo>
                    <a:cubicBezTo>
                      <a:pt x="8832" y="589"/>
                      <a:pt x="8841" y="589"/>
                      <a:pt x="8841" y="589"/>
                    </a:cubicBezTo>
                    <a:lnTo>
                      <a:pt x="8841" y="589"/>
                    </a:lnTo>
                    <a:lnTo>
                      <a:pt x="10598" y="1713"/>
                    </a:lnTo>
                    <a:cubicBezTo>
                      <a:pt x="10411" y="1696"/>
                      <a:pt x="9992" y="1660"/>
                      <a:pt x="9055" y="1588"/>
                    </a:cubicBezTo>
                    <a:close/>
                    <a:moveTo>
                      <a:pt x="5888" y="2159"/>
                    </a:moveTo>
                    <a:cubicBezTo>
                      <a:pt x="5888" y="2142"/>
                      <a:pt x="5888" y="2133"/>
                      <a:pt x="5879" y="2115"/>
                    </a:cubicBezTo>
                    <a:lnTo>
                      <a:pt x="5879" y="2115"/>
                    </a:lnTo>
                    <a:lnTo>
                      <a:pt x="6994" y="1178"/>
                    </a:lnTo>
                    <a:cubicBezTo>
                      <a:pt x="7003" y="1187"/>
                      <a:pt x="7021" y="1196"/>
                      <a:pt x="7030" y="1196"/>
                    </a:cubicBezTo>
                    <a:lnTo>
                      <a:pt x="7030" y="1196"/>
                    </a:lnTo>
                    <a:lnTo>
                      <a:pt x="7396" y="3141"/>
                    </a:lnTo>
                    <a:cubicBezTo>
                      <a:pt x="7360" y="3159"/>
                      <a:pt x="7342" y="3194"/>
                      <a:pt x="7342" y="3230"/>
                    </a:cubicBezTo>
                    <a:lnTo>
                      <a:pt x="7342" y="3230"/>
                    </a:lnTo>
                    <a:cubicBezTo>
                      <a:pt x="7342" y="3230"/>
                      <a:pt x="7342" y="3239"/>
                      <a:pt x="7342" y="3239"/>
                    </a:cubicBezTo>
                    <a:lnTo>
                      <a:pt x="7342" y="3239"/>
                    </a:lnTo>
                    <a:lnTo>
                      <a:pt x="4764" y="4488"/>
                    </a:lnTo>
                    <a:cubicBezTo>
                      <a:pt x="4746" y="4479"/>
                      <a:pt x="4728" y="4470"/>
                      <a:pt x="4710" y="4470"/>
                    </a:cubicBezTo>
                    <a:lnTo>
                      <a:pt x="4710" y="4470"/>
                    </a:lnTo>
                    <a:cubicBezTo>
                      <a:pt x="4710" y="4470"/>
                      <a:pt x="4710" y="4470"/>
                      <a:pt x="4710" y="4470"/>
                    </a:cubicBezTo>
                    <a:lnTo>
                      <a:pt x="4710" y="4470"/>
                    </a:lnTo>
                    <a:lnTo>
                      <a:pt x="4728" y="4274"/>
                    </a:lnTo>
                    <a:cubicBezTo>
                      <a:pt x="4773" y="4265"/>
                      <a:pt x="4809" y="4220"/>
                      <a:pt x="4809" y="4176"/>
                    </a:cubicBezTo>
                    <a:lnTo>
                      <a:pt x="4809" y="4176"/>
                    </a:lnTo>
                    <a:cubicBezTo>
                      <a:pt x="4809" y="4149"/>
                      <a:pt x="4791" y="4122"/>
                      <a:pt x="4773" y="4104"/>
                    </a:cubicBezTo>
                    <a:lnTo>
                      <a:pt x="4773" y="4104"/>
                    </a:lnTo>
                    <a:lnTo>
                      <a:pt x="5772" y="2249"/>
                    </a:lnTo>
                    <a:cubicBezTo>
                      <a:pt x="5772" y="2258"/>
                      <a:pt x="5781" y="2258"/>
                      <a:pt x="5790" y="2258"/>
                    </a:cubicBezTo>
                    <a:lnTo>
                      <a:pt x="5790" y="2258"/>
                    </a:lnTo>
                    <a:cubicBezTo>
                      <a:pt x="5843" y="2258"/>
                      <a:pt x="5888" y="2213"/>
                      <a:pt x="5888" y="2159"/>
                    </a:cubicBezTo>
                    <a:close/>
                    <a:moveTo>
                      <a:pt x="2132" y="1392"/>
                    </a:moveTo>
                    <a:lnTo>
                      <a:pt x="4568" y="2035"/>
                    </a:lnTo>
                    <a:cubicBezTo>
                      <a:pt x="4568" y="2052"/>
                      <a:pt x="4568" y="2061"/>
                      <a:pt x="4577" y="2070"/>
                    </a:cubicBezTo>
                    <a:lnTo>
                      <a:pt x="4577" y="2070"/>
                    </a:lnTo>
                    <a:lnTo>
                      <a:pt x="3711" y="2909"/>
                    </a:lnTo>
                    <a:cubicBezTo>
                      <a:pt x="3702" y="2900"/>
                      <a:pt x="3693" y="2900"/>
                      <a:pt x="3676" y="2900"/>
                    </a:cubicBezTo>
                    <a:lnTo>
                      <a:pt x="3676" y="2900"/>
                    </a:lnTo>
                    <a:cubicBezTo>
                      <a:pt x="3667" y="2900"/>
                      <a:pt x="3649" y="2900"/>
                      <a:pt x="3640" y="2900"/>
                    </a:cubicBezTo>
                    <a:lnTo>
                      <a:pt x="3640" y="2900"/>
                    </a:lnTo>
                    <a:close/>
                    <a:moveTo>
                      <a:pt x="500" y="2998"/>
                    </a:moveTo>
                    <a:lnTo>
                      <a:pt x="500" y="2998"/>
                    </a:lnTo>
                    <a:lnTo>
                      <a:pt x="500" y="2998"/>
                    </a:lnTo>
                    <a:cubicBezTo>
                      <a:pt x="500" y="2980"/>
                      <a:pt x="500" y="2962"/>
                      <a:pt x="482" y="2944"/>
                    </a:cubicBezTo>
                    <a:lnTo>
                      <a:pt x="482" y="2944"/>
                    </a:lnTo>
                    <a:lnTo>
                      <a:pt x="1998" y="1410"/>
                    </a:lnTo>
                    <a:cubicBezTo>
                      <a:pt x="2007" y="1419"/>
                      <a:pt x="2025" y="1419"/>
                      <a:pt x="2034" y="1419"/>
                    </a:cubicBezTo>
                    <a:lnTo>
                      <a:pt x="2034" y="1419"/>
                    </a:lnTo>
                    <a:cubicBezTo>
                      <a:pt x="2043" y="1419"/>
                      <a:pt x="2052" y="1419"/>
                      <a:pt x="2061" y="1419"/>
                    </a:cubicBezTo>
                    <a:lnTo>
                      <a:pt x="2061" y="1419"/>
                    </a:lnTo>
                    <a:lnTo>
                      <a:pt x="3595" y="2944"/>
                    </a:lnTo>
                    <a:cubicBezTo>
                      <a:pt x="3586" y="2962"/>
                      <a:pt x="3577" y="2980"/>
                      <a:pt x="3577" y="2998"/>
                    </a:cubicBezTo>
                    <a:lnTo>
                      <a:pt x="3577" y="2998"/>
                    </a:lnTo>
                    <a:cubicBezTo>
                      <a:pt x="3577" y="3025"/>
                      <a:pt x="3586" y="3052"/>
                      <a:pt x="3613" y="3069"/>
                    </a:cubicBezTo>
                    <a:lnTo>
                      <a:pt x="3613" y="3069"/>
                    </a:lnTo>
                    <a:lnTo>
                      <a:pt x="3140" y="4193"/>
                    </a:lnTo>
                    <a:cubicBezTo>
                      <a:pt x="3131" y="4193"/>
                      <a:pt x="3123" y="4193"/>
                      <a:pt x="3114" y="4193"/>
                    </a:cubicBezTo>
                    <a:lnTo>
                      <a:pt x="3114" y="4193"/>
                    </a:lnTo>
                    <a:cubicBezTo>
                      <a:pt x="3105" y="4193"/>
                      <a:pt x="3087" y="4193"/>
                      <a:pt x="3078" y="4193"/>
                    </a:cubicBezTo>
                    <a:lnTo>
                      <a:pt x="3078" y="4193"/>
                    </a:lnTo>
                    <a:close/>
                    <a:moveTo>
                      <a:pt x="9055" y="1651"/>
                    </a:moveTo>
                    <a:cubicBezTo>
                      <a:pt x="9626" y="1696"/>
                      <a:pt x="10384" y="1749"/>
                      <a:pt x="10643" y="1785"/>
                    </a:cubicBezTo>
                    <a:lnTo>
                      <a:pt x="10643" y="1785"/>
                    </a:lnTo>
                    <a:lnTo>
                      <a:pt x="10643" y="1785"/>
                    </a:lnTo>
                    <a:lnTo>
                      <a:pt x="10643" y="1785"/>
                    </a:lnTo>
                    <a:cubicBezTo>
                      <a:pt x="10643" y="1811"/>
                      <a:pt x="10652" y="1838"/>
                      <a:pt x="10670" y="1856"/>
                    </a:cubicBezTo>
                    <a:lnTo>
                      <a:pt x="10670" y="1856"/>
                    </a:lnTo>
                    <a:lnTo>
                      <a:pt x="9751" y="3979"/>
                    </a:lnTo>
                    <a:cubicBezTo>
                      <a:pt x="9742" y="3979"/>
                      <a:pt x="9742" y="3979"/>
                      <a:pt x="9742" y="3979"/>
                    </a:cubicBezTo>
                    <a:lnTo>
                      <a:pt x="9742" y="3979"/>
                    </a:lnTo>
                    <a:cubicBezTo>
                      <a:pt x="9706" y="3979"/>
                      <a:pt x="9679" y="3988"/>
                      <a:pt x="9662" y="4015"/>
                    </a:cubicBezTo>
                    <a:lnTo>
                      <a:pt x="9662" y="4015"/>
                    </a:lnTo>
                    <a:lnTo>
                      <a:pt x="7538" y="3230"/>
                    </a:lnTo>
                    <a:cubicBezTo>
                      <a:pt x="7538" y="3230"/>
                      <a:pt x="7538" y="3230"/>
                      <a:pt x="7538" y="3230"/>
                    </a:cubicBezTo>
                    <a:lnTo>
                      <a:pt x="7538" y="3230"/>
                    </a:lnTo>
                    <a:cubicBezTo>
                      <a:pt x="7538" y="3212"/>
                      <a:pt x="7530" y="3194"/>
                      <a:pt x="7530" y="3185"/>
                    </a:cubicBezTo>
                    <a:lnTo>
                      <a:pt x="7530" y="3185"/>
                    </a:lnTo>
                    <a:lnTo>
                      <a:pt x="8921" y="1704"/>
                    </a:lnTo>
                    <a:cubicBezTo>
                      <a:pt x="8930" y="1713"/>
                      <a:pt x="8948" y="1713"/>
                      <a:pt x="8966" y="1713"/>
                    </a:cubicBezTo>
                    <a:lnTo>
                      <a:pt x="8966" y="1713"/>
                    </a:lnTo>
                    <a:cubicBezTo>
                      <a:pt x="9001" y="1713"/>
                      <a:pt x="9037" y="1687"/>
                      <a:pt x="9055" y="1651"/>
                    </a:cubicBezTo>
                    <a:moveTo>
                      <a:pt x="10759" y="1883"/>
                    </a:moveTo>
                    <a:cubicBezTo>
                      <a:pt x="10759" y="1883"/>
                      <a:pt x="10759" y="1883"/>
                      <a:pt x="10759" y="1883"/>
                    </a:cubicBezTo>
                    <a:lnTo>
                      <a:pt x="10759" y="1883"/>
                    </a:lnTo>
                    <a:cubicBezTo>
                      <a:pt x="10857" y="2133"/>
                      <a:pt x="11098" y="2811"/>
                      <a:pt x="11276" y="3328"/>
                    </a:cubicBezTo>
                    <a:lnTo>
                      <a:pt x="11276" y="3328"/>
                    </a:lnTo>
                    <a:cubicBezTo>
                      <a:pt x="11258" y="3337"/>
                      <a:pt x="11250" y="3364"/>
                      <a:pt x="11241" y="3382"/>
                    </a:cubicBezTo>
                    <a:lnTo>
                      <a:pt x="11241" y="3382"/>
                    </a:lnTo>
                    <a:cubicBezTo>
                      <a:pt x="10928" y="3453"/>
                      <a:pt x="10126" y="3845"/>
                      <a:pt x="9813" y="4006"/>
                    </a:cubicBezTo>
                    <a:lnTo>
                      <a:pt x="9813" y="4006"/>
                    </a:lnTo>
                    <a:cubicBezTo>
                      <a:pt x="9804" y="4006"/>
                      <a:pt x="9804" y="4006"/>
                      <a:pt x="9804" y="4006"/>
                    </a:cubicBezTo>
                    <a:lnTo>
                      <a:pt x="9804" y="4006"/>
                    </a:lnTo>
                    <a:lnTo>
                      <a:pt x="10732" y="1883"/>
                    </a:lnTo>
                    <a:cubicBezTo>
                      <a:pt x="10732" y="1883"/>
                      <a:pt x="10741" y="1883"/>
                      <a:pt x="10741" y="1883"/>
                    </a:cubicBezTo>
                    <a:lnTo>
                      <a:pt x="10741" y="1883"/>
                    </a:lnTo>
                    <a:cubicBezTo>
                      <a:pt x="10750" y="1883"/>
                      <a:pt x="10750" y="1883"/>
                      <a:pt x="10759" y="1883"/>
                    </a:cubicBezTo>
                    <a:close/>
                    <a:moveTo>
                      <a:pt x="4755" y="2070"/>
                    </a:moveTo>
                    <a:lnTo>
                      <a:pt x="5692" y="2177"/>
                    </a:lnTo>
                    <a:cubicBezTo>
                      <a:pt x="5692" y="2195"/>
                      <a:pt x="5701" y="2213"/>
                      <a:pt x="5719" y="2222"/>
                    </a:cubicBezTo>
                    <a:lnTo>
                      <a:pt x="5719" y="2222"/>
                    </a:lnTo>
                    <a:lnTo>
                      <a:pt x="4719" y="4077"/>
                    </a:lnTo>
                    <a:cubicBezTo>
                      <a:pt x="4719" y="4077"/>
                      <a:pt x="4710" y="4077"/>
                      <a:pt x="4710" y="4077"/>
                    </a:cubicBezTo>
                    <a:lnTo>
                      <a:pt x="4710" y="4077"/>
                    </a:lnTo>
                    <a:cubicBezTo>
                      <a:pt x="4693" y="4077"/>
                      <a:pt x="4684" y="4077"/>
                      <a:pt x="4666" y="4086"/>
                    </a:cubicBezTo>
                    <a:lnTo>
                      <a:pt x="4666" y="4086"/>
                    </a:lnTo>
                    <a:lnTo>
                      <a:pt x="3765" y="3043"/>
                    </a:lnTo>
                    <a:cubicBezTo>
                      <a:pt x="3774" y="3025"/>
                      <a:pt x="3774" y="3007"/>
                      <a:pt x="3774" y="2998"/>
                    </a:cubicBezTo>
                    <a:lnTo>
                      <a:pt x="3774" y="2998"/>
                    </a:lnTo>
                    <a:cubicBezTo>
                      <a:pt x="3774" y="2980"/>
                      <a:pt x="3774" y="2962"/>
                      <a:pt x="3765" y="2944"/>
                    </a:cubicBezTo>
                    <a:lnTo>
                      <a:pt x="3765" y="2944"/>
                    </a:lnTo>
                    <a:lnTo>
                      <a:pt x="4621" y="2115"/>
                    </a:lnTo>
                    <a:cubicBezTo>
                      <a:pt x="4630" y="2124"/>
                      <a:pt x="4648" y="2133"/>
                      <a:pt x="4666" y="2133"/>
                    </a:cubicBezTo>
                    <a:lnTo>
                      <a:pt x="4666" y="2133"/>
                    </a:lnTo>
                    <a:cubicBezTo>
                      <a:pt x="4702" y="2133"/>
                      <a:pt x="4737" y="2106"/>
                      <a:pt x="4755" y="2070"/>
                    </a:cubicBezTo>
                    <a:close/>
                    <a:moveTo>
                      <a:pt x="1017" y="4862"/>
                    </a:moveTo>
                    <a:lnTo>
                      <a:pt x="464" y="3069"/>
                    </a:lnTo>
                    <a:cubicBezTo>
                      <a:pt x="473" y="3069"/>
                      <a:pt x="473" y="3060"/>
                      <a:pt x="482" y="3052"/>
                    </a:cubicBezTo>
                    <a:lnTo>
                      <a:pt x="482" y="3052"/>
                    </a:lnTo>
                    <a:lnTo>
                      <a:pt x="3024" y="4238"/>
                    </a:lnTo>
                    <a:cubicBezTo>
                      <a:pt x="3024" y="4247"/>
                      <a:pt x="3015" y="4265"/>
                      <a:pt x="3015" y="4274"/>
                    </a:cubicBezTo>
                    <a:lnTo>
                      <a:pt x="3015" y="4274"/>
                    </a:lnTo>
                    <a:lnTo>
                      <a:pt x="1089" y="4898"/>
                    </a:lnTo>
                    <a:cubicBezTo>
                      <a:pt x="1071" y="4871"/>
                      <a:pt x="1044" y="4862"/>
                      <a:pt x="1017" y="4862"/>
                    </a:cubicBezTo>
                    <a:close/>
                    <a:moveTo>
                      <a:pt x="3720" y="3087"/>
                    </a:moveTo>
                    <a:lnTo>
                      <a:pt x="4621" y="4131"/>
                    </a:lnTo>
                    <a:cubicBezTo>
                      <a:pt x="4612" y="4140"/>
                      <a:pt x="4612" y="4158"/>
                      <a:pt x="4612" y="4176"/>
                    </a:cubicBezTo>
                    <a:lnTo>
                      <a:pt x="4612" y="4176"/>
                    </a:lnTo>
                    <a:cubicBezTo>
                      <a:pt x="4612" y="4211"/>
                      <a:pt x="4630" y="4247"/>
                      <a:pt x="4666" y="4265"/>
                    </a:cubicBezTo>
                    <a:lnTo>
                      <a:pt x="4666" y="4265"/>
                    </a:lnTo>
                    <a:lnTo>
                      <a:pt x="4639" y="4497"/>
                    </a:lnTo>
                    <a:cubicBezTo>
                      <a:pt x="4621" y="4515"/>
                      <a:pt x="4612" y="4541"/>
                      <a:pt x="4612" y="4568"/>
                    </a:cubicBezTo>
                    <a:lnTo>
                      <a:pt x="4612" y="4568"/>
                    </a:lnTo>
                    <a:cubicBezTo>
                      <a:pt x="4612" y="4568"/>
                      <a:pt x="4612" y="4568"/>
                      <a:pt x="4612" y="4568"/>
                    </a:cubicBezTo>
                    <a:lnTo>
                      <a:pt x="4612" y="4568"/>
                    </a:lnTo>
                    <a:lnTo>
                      <a:pt x="2418" y="6156"/>
                    </a:lnTo>
                    <a:lnTo>
                      <a:pt x="3131" y="4390"/>
                    </a:lnTo>
                    <a:cubicBezTo>
                      <a:pt x="3176" y="4381"/>
                      <a:pt x="3212" y="4336"/>
                      <a:pt x="3212" y="4292"/>
                    </a:cubicBezTo>
                    <a:lnTo>
                      <a:pt x="3212" y="4292"/>
                    </a:lnTo>
                    <a:cubicBezTo>
                      <a:pt x="3212" y="4265"/>
                      <a:pt x="3203" y="4247"/>
                      <a:pt x="3194" y="4229"/>
                    </a:cubicBezTo>
                    <a:lnTo>
                      <a:pt x="3194" y="4229"/>
                    </a:lnTo>
                    <a:lnTo>
                      <a:pt x="3667" y="3096"/>
                    </a:lnTo>
                    <a:cubicBezTo>
                      <a:pt x="3667" y="3096"/>
                      <a:pt x="3676" y="3096"/>
                      <a:pt x="3676" y="3096"/>
                    </a:cubicBezTo>
                    <a:lnTo>
                      <a:pt x="3676" y="3096"/>
                    </a:lnTo>
                    <a:cubicBezTo>
                      <a:pt x="3693" y="3096"/>
                      <a:pt x="3711" y="3087"/>
                      <a:pt x="3720" y="3087"/>
                    </a:cubicBezTo>
                    <a:moveTo>
                      <a:pt x="187" y="4889"/>
                    </a:moveTo>
                    <a:cubicBezTo>
                      <a:pt x="179" y="4862"/>
                      <a:pt x="152" y="4836"/>
                      <a:pt x="125" y="4827"/>
                    </a:cubicBezTo>
                    <a:lnTo>
                      <a:pt x="125" y="4827"/>
                    </a:lnTo>
                    <a:lnTo>
                      <a:pt x="411" y="3123"/>
                    </a:lnTo>
                    <a:lnTo>
                      <a:pt x="955" y="4880"/>
                    </a:lnTo>
                    <a:cubicBezTo>
                      <a:pt x="946" y="4889"/>
                      <a:pt x="928" y="4907"/>
                      <a:pt x="919" y="4916"/>
                    </a:cubicBezTo>
                    <a:lnTo>
                      <a:pt x="919" y="4916"/>
                    </a:lnTo>
                    <a:close/>
                    <a:moveTo>
                      <a:pt x="7512" y="3292"/>
                    </a:moveTo>
                    <a:lnTo>
                      <a:pt x="9608" y="4060"/>
                    </a:lnTo>
                    <a:lnTo>
                      <a:pt x="7654" y="4345"/>
                    </a:lnTo>
                    <a:cubicBezTo>
                      <a:pt x="7637" y="4318"/>
                      <a:pt x="7610" y="4300"/>
                      <a:pt x="7574" y="4300"/>
                    </a:cubicBezTo>
                    <a:lnTo>
                      <a:pt x="7574" y="4300"/>
                    </a:lnTo>
                    <a:cubicBezTo>
                      <a:pt x="7530" y="4300"/>
                      <a:pt x="7494" y="4327"/>
                      <a:pt x="7476" y="4363"/>
                    </a:cubicBezTo>
                    <a:lnTo>
                      <a:pt x="7476" y="4363"/>
                    </a:lnTo>
                    <a:lnTo>
                      <a:pt x="4826" y="4532"/>
                    </a:lnTo>
                    <a:lnTo>
                      <a:pt x="7369" y="3292"/>
                    </a:lnTo>
                    <a:cubicBezTo>
                      <a:pt x="7387" y="3310"/>
                      <a:pt x="7414" y="3328"/>
                      <a:pt x="7440" y="3328"/>
                    </a:cubicBezTo>
                    <a:lnTo>
                      <a:pt x="7440" y="3328"/>
                    </a:lnTo>
                    <a:cubicBezTo>
                      <a:pt x="7467" y="3328"/>
                      <a:pt x="7494" y="3310"/>
                      <a:pt x="7512" y="3292"/>
                    </a:cubicBezTo>
                    <a:close/>
                    <a:moveTo>
                      <a:pt x="9822" y="4131"/>
                    </a:moveTo>
                    <a:cubicBezTo>
                      <a:pt x="9831" y="4122"/>
                      <a:pt x="9840" y="4095"/>
                      <a:pt x="9840" y="4077"/>
                    </a:cubicBezTo>
                    <a:lnTo>
                      <a:pt x="9840" y="4077"/>
                    </a:lnTo>
                    <a:cubicBezTo>
                      <a:pt x="9840" y="4069"/>
                      <a:pt x="9840" y="4069"/>
                      <a:pt x="9840" y="4060"/>
                    </a:cubicBezTo>
                    <a:lnTo>
                      <a:pt x="9840" y="4060"/>
                    </a:lnTo>
                    <a:cubicBezTo>
                      <a:pt x="10420" y="3774"/>
                      <a:pt x="11027" y="3498"/>
                      <a:pt x="11250" y="3444"/>
                    </a:cubicBezTo>
                    <a:lnTo>
                      <a:pt x="11250" y="3444"/>
                    </a:lnTo>
                    <a:cubicBezTo>
                      <a:pt x="11250" y="3453"/>
                      <a:pt x="11258" y="3462"/>
                      <a:pt x="11267" y="3471"/>
                    </a:cubicBezTo>
                    <a:lnTo>
                      <a:pt x="11267" y="3471"/>
                    </a:lnTo>
                    <a:lnTo>
                      <a:pt x="10500" y="5032"/>
                    </a:lnTo>
                    <a:cubicBezTo>
                      <a:pt x="10491" y="5032"/>
                      <a:pt x="10491" y="5032"/>
                      <a:pt x="10482" y="5032"/>
                    </a:cubicBezTo>
                    <a:lnTo>
                      <a:pt x="10482" y="5032"/>
                    </a:lnTo>
                    <a:cubicBezTo>
                      <a:pt x="10473" y="5032"/>
                      <a:pt x="10465" y="5032"/>
                      <a:pt x="10456" y="5032"/>
                    </a:cubicBezTo>
                    <a:lnTo>
                      <a:pt x="10456" y="5032"/>
                    </a:lnTo>
                    <a:close/>
                    <a:moveTo>
                      <a:pt x="7672" y="4408"/>
                    </a:moveTo>
                    <a:lnTo>
                      <a:pt x="9260" y="4176"/>
                    </a:lnTo>
                    <a:lnTo>
                      <a:pt x="9564" y="4131"/>
                    </a:lnTo>
                    <a:lnTo>
                      <a:pt x="6843" y="5567"/>
                    </a:lnTo>
                    <a:lnTo>
                      <a:pt x="7530" y="4488"/>
                    </a:lnTo>
                    <a:cubicBezTo>
                      <a:pt x="7547" y="4488"/>
                      <a:pt x="7556" y="4497"/>
                      <a:pt x="7574" y="4497"/>
                    </a:cubicBezTo>
                    <a:lnTo>
                      <a:pt x="7574" y="4497"/>
                    </a:lnTo>
                    <a:cubicBezTo>
                      <a:pt x="7619" y="4497"/>
                      <a:pt x="7663" y="4452"/>
                      <a:pt x="7672" y="4408"/>
                    </a:cubicBezTo>
                    <a:moveTo>
                      <a:pt x="6860" y="5674"/>
                    </a:moveTo>
                    <a:cubicBezTo>
                      <a:pt x="6860" y="5674"/>
                      <a:pt x="6860" y="5665"/>
                      <a:pt x="6860" y="5656"/>
                    </a:cubicBezTo>
                    <a:lnTo>
                      <a:pt x="6860" y="5656"/>
                    </a:lnTo>
                    <a:cubicBezTo>
                      <a:pt x="6860" y="5648"/>
                      <a:pt x="6860" y="5639"/>
                      <a:pt x="6860" y="5630"/>
                    </a:cubicBezTo>
                    <a:lnTo>
                      <a:pt x="6860" y="5630"/>
                    </a:lnTo>
                    <a:lnTo>
                      <a:pt x="9671" y="4149"/>
                    </a:lnTo>
                    <a:cubicBezTo>
                      <a:pt x="9671" y="4149"/>
                      <a:pt x="9679" y="4149"/>
                      <a:pt x="9679" y="4149"/>
                    </a:cubicBezTo>
                    <a:lnTo>
                      <a:pt x="9679" y="4149"/>
                    </a:lnTo>
                    <a:lnTo>
                      <a:pt x="8689" y="6682"/>
                    </a:lnTo>
                    <a:cubicBezTo>
                      <a:pt x="8689" y="6682"/>
                      <a:pt x="8689" y="6682"/>
                      <a:pt x="8689" y="6682"/>
                    </a:cubicBezTo>
                    <a:lnTo>
                      <a:pt x="8689" y="6682"/>
                    </a:lnTo>
                    <a:cubicBezTo>
                      <a:pt x="8662" y="6682"/>
                      <a:pt x="8645" y="6691"/>
                      <a:pt x="8627" y="6700"/>
                    </a:cubicBezTo>
                    <a:lnTo>
                      <a:pt x="8627" y="6700"/>
                    </a:lnTo>
                    <a:close/>
                    <a:moveTo>
                      <a:pt x="9769" y="4167"/>
                    </a:moveTo>
                    <a:lnTo>
                      <a:pt x="10402" y="5068"/>
                    </a:lnTo>
                    <a:cubicBezTo>
                      <a:pt x="10393" y="5086"/>
                      <a:pt x="10384" y="5103"/>
                      <a:pt x="10384" y="5130"/>
                    </a:cubicBezTo>
                    <a:lnTo>
                      <a:pt x="10384" y="5130"/>
                    </a:lnTo>
                    <a:cubicBezTo>
                      <a:pt x="10384" y="5139"/>
                      <a:pt x="10384" y="5157"/>
                      <a:pt x="10393" y="5166"/>
                    </a:cubicBezTo>
                    <a:lnTo>
                      <a:pt x="10393" y="5166"/>
                    </a:lnTo>
                    <a:lnTo>
                      <a:pt x="8770" y="6665"/>
                    </a:lnTo>
                    <a:lnTo>
                      <a:pt x="9733" y="4176"/>
                    </a:lnTo>
                    <a:cubicBezTo>
                      <a:pt x="9733" y="4176"/>
                      <a:pt x="9742" y="4176"/>
                      <a:pt x="9742" y="4176"/>
                    </a:cubicBezTo>
                    <a:lnTo>
                      <a:pt x="9742" y="4176"/>
                    </a:lnTo>
                    <a:cubicBezTo>
                      <a:pt x="9751" y="4176"/>
                      <a:pt x="9760" y="4176"/>
                      <a:pt x="9769" y="4167"/>
                    </a:cubicBezTo>
                    <a:moveTo>
                      <a:pt x="812" y="6343"/>
                    </a:moveTo>
                    <a:cubicBezTo>
                      <a:pt x="821" y="6334"/>
                      <a:pt x="821" y="6317"/>
                      <a:pt x="821" y="6308"/>
                    </a:cubicBezTo>
                    <a:lnTo>
                      <a:pt x="821" y="6308"/>
                    </a:lnTo>
                    <a:cubicBezTo>
                      <a:pt x="821" y="6272"/>
                      <a:pt x="812" y="6254"/>
                      <a:pt x="794" y="6236"/>
                    </a:cubicBezTo>
                    <a:lnTo>
                      <a:pt x="794" y="6236"/>
                    </a:lnTo>
                    <a:lnTo>
                      <a:pt x="1026" y="5059"/>
                    </a:lnTo>
                    <a:cubicBezTo>
                      <a:pt x="1071" y="5050"/>
                      <a:pt x="1115" y="5014"/>
                      <a:pt x="1115" y="4961"/>
                    </a:cubicBezTo>
                    <a:lnTo>
                      <a:pt x="1115" y="4961"/>
                    </a:lnTo>
                    <a:cubicBezTo>
                      <a:pt x="1115" y="4961"/>
                      <a:pt x="1115" y="4961"/>
                      <a:pt x="1115" y="4952"/>
                    </a:cubicBezTo>
                    <a:lnTo>
                      <a:pt x="1115" y="4952"/>
                    </a:lnTo>
                    <a:lnTo>
                      <a:pt x="3024" y="4336"/>
                    </a:lnTo>
                    <a:cubicBezTo>
                      <a:pt x="3033" y="4354"/>
                      <a:pt x="3051" y="4363"/>
                      <a:pt x="3069" y="4372"/>
                    </a:cubicBezTo>
                    <a:lnTo>
                      <a:pt x="3069" y="4372"/>
                    </a:lnTo>
                    <a:lnTo>
                      <a:pt x="2355" y="6138"/>
                    </a:lnTo>
                    <a:cubicBezTo>
                      <a:pt x="2346" y="6138"/>
                      <a:pt x="2346" y="6138"/>
                      <a:pt x="2346" y="6138"/>
                    </a:cubicBezTo>
                    <a:lnTo>
                      <a:pt x="2346" y="6138"/>
                    </a:lnTo>
                    <a:cubicBezTo>
                      <a:pt x="2293" y="6138"/>
                      <a:pt x="2248" y="6183"/>
                      <a:pt x="2248" y="6236"/>
                    </a:cubicBezTo>
                    <a:lnTo>
                      <a:pt x="2248" y="6236"/>
                    </a:lnTo>
                    <a:cubicBezTo>
                      <a:pt x="2248" y="6281"/>
                      <a:pt x="2275" y="6326"/>
                      <a:pt x="2320" y="6334"/>
                    </a:cubicBezTo>
                    <a:lnTo>
                      <a:pt x="2320" y="6334"/>
                    </a:lnTo>
                    <a:lnTo>
                      <a:pt x="2453" y="7423"/>
                    </a:lnTo>
                    <a:cubicBezTo>
                      <a:pt x="2453" y="7423"/>
                      <a:pt x="2453" y="7423"/>
                      <a:pt x="2453" y="7423"/>
                    </a:cubicBezTo>
                    <a:lnTo>
                      <a:pt x="2453" y="7423"/>
                    </a:lnTo>
                    <a:cubicBezTo>
                      <a:pt x="2195" y="7209"/>
                      <a:pt x="1374" y="6691"/>
                      <a:pt x="812" y="6343"/>
                    </a:cubicBezTo>
                    <a:moveTo>
                      <a:pt x="4800" y="4604"/>
                    </a:moveTo>
                    <a:cubicBezTo>
                      <a:pt x="4800" y="4604"/>
                      <a:pt x="4800" y="4595"/>
                      <a:pt x="4800" y="4595"/>
                    </a:cubicBezTo>
                    <a:lnTo>
                      <a:pt x="4800" y="4595"/>
                    </a:lnTo>
                    <a:lnTo>
                      <a:pt x="7476" y="4425"/>
                    </a:lnTo>
                    <a:cubicBezTo>
                      <a:pt x="7476" y="4434"/>
                      <a:pt x="7485" y="4443"/>
                      <a:pt x="7485" y="4443"/>
                    </a:cubicBezTo>
                    <a:lnTo>
                      <a:pt x="7485" y="4443"/>
                    </a:lnTo>
                    <a:lnTo>
                      <a:pt x="6771" y="5558"/>
                    </a:lnTo>
                    <a:cubicBezTo>
                      <a:pt x="6771" y="5558"/>
                      <a:pt x="6762" y="5558"/>
                      <a:pt x="6762" y="5558"/>
                    </a:cubicBezTo>
                    <a:lnTo>
                      <a:pt x="6762" y="5558"/>
                    </a:lnTo>
                    <a:cubicBezTo>
                      <a:pt x="6736" y="5558"/>
                      <a:pt x="6709" y="5567"/>
                      <a:pt x="6691" y="5585"/>
                    </a:cubicBezTo>
                    <a:lnTo>
                      <a:pt x="6691" y="5585"/>
                    </a:lnTo>
                    <a:close/>
                    <a:moveTo>
                      <a:pt x="2445" y="6236"/>
                    </a:moveTo>
                    <a:cubicBezTo>
                      <a:pt x="2445" y="6236"/>
                      <a:pt x="2445" y="6236"/>
                      <a:pt x="2445" y="6236"/>
                    </a:cubicBezTo>
                    <a:lnTo>
                      <a:pt x="2445" y="6236"/>
                    </a:lnTo>
                    <a:cubicBezTo>
                      <a:pt x="2445" y="6227"/>
                      <a:pt x="2445" y="6227"/>
                      <a:pt x="2445" y="6218"/>
                    </a:cubicBezTo>
                    <a:lnTo>
                      <a:pt x="2445" y="6218"/>
                    </a:lnTo>
                    <a:lnTo>
                      <a:pt x="4630" y="4631"/>
                    </a:lnTo>
                    <a:cubicBezTo>
                      <a:pt x="4648" y="4648"/>
                      <a:pt x="4666" y="4657"/>
                      <a:pt x="4693" y="4666"/>
                    </a:cubicBezTo>
                    <a:lnTo>
                      <a:pt x="4693" y="4666"/>
                    </a:lnTo>
                    <a:lnTo>
                      <a:pt x="6343" y="7048"/>
                    </a:lnTo>
                    <a:cubicBezTo>
                      <a:pt x="6343" y="7048"/>
                      <a:pt x="6343" y="7057"/>
                      <a:pt x="6334" y="7057"/>
                    </a:cubicBezTo>
                    <a:lnTo>
                      <a:pt x="6334" y="7057"/>
                    </a:lnTo>
                    <a:close/>
                    <a:moveTo>
                      <a:pt x="4764" y="4657"/>
                    </a:moveTo>
                    <a:lnTo>
                      <a:pt x="6664" y="5639"/>
                    </a:lnTo>
                    <a:cubicBezTo>
                      <a:pt x="6664" y="5648"/>
                      <a:pt x="6664" y="5656"/>
                      <a:pt x="6664" y="5656"/>
                    </a:cubicBezTo>
                    <a:lnTo>
                      <a:pt x="6664" y="5656"/>
                    </a:lnTo>
                    <a:cubicBezTo>
                      <a:pt x="6664" y="5692"/>
                      <a:pt x="6682" y="5719"/>
                      <a:pt x="6700" y="5737"/>
                    </a:cubicBezTo>
                    <a:lnTo>
                      <a:pt x="6700" y="5737"/>
                    </a:lnTo>
                    <a:lnTo>
                      <a:pt x="6397" y="7012"/>
                    </a:lnTo>
                    <a:cubicBezTo>
                      <a:pt x="6397" y="7012"/>
                      <a:pt x="6397" y="7012"/>
                      <a:pt x="6397" y="7012"/>
                    </a:cubicBezTo>
                    <a:lnTo>
                      <a:pt x="6397" y="7012"/>
                    </a:lnTo>
                    <a:close/>
                    <a:moveTo>
                      <a:pt x="152" y="5005"/>
                    </a:moveTo>
                    <a:cubicBezTo>
                      <a:pt x="170" y="4987"/>
                      <a:pt x="179" y="4970"/>
                      <a:pt x="187" y="4952"/>
                    </a:cubicBezTo>
                    <a:lnTo>
                      <a:pt x="187" y="4952"/>
                    </a:lnTo>
                    <a:lnTo>
                      <a:pt x="919" y="4978"/>
                    </a:lnTo>
                    <a:cubicBezTo>
                      <a:pt x="919" y="5005"/>
                      <a:pt x="937" y="5032"/>
                      <a:pt x="964" y="5041"/>
                    </a:cubicBezTo>
                    <a:lnTo>
                      <a:pt x="964" y="5041"/>
                    </a:lnTo>
                    <a:lnTo>
                      <a:pt x="732" y="6210"/>
                    </a:lnTo>
                    <a:cubicBezTo>
                      <a:pt x="732" y="6210"/>
                      <a:pt x="723" y="6201"/>
                      <a:pt x="723" y="6201"/>
                    </a:cubicBezTo>
                    <a:lnTo>
                      <a:pt x="723" y="6201"/>
                    </a:lnTo>
                    <a:cubicBezTo>
                      <a:pt x="723" y="6201"/>
                      <a:pt x="714" y="6201"/>
                      <a:pt x="714" y="6210"/>
                    </a:cubicBezTo>
                    <a:lnTo>
                      <a:pt x="714" y="6210"/>
                    </a:lnTo>
                    <a:close/>
                    <a:moveTo>
                      <a:pt x="6825" y="5728"/>
                    </a:moveTo>
                    <a:lnTo>
                      <a:pt x="8591" y="6763"/>
                    </a:lnTo>
                    <a:cubicBezTo>
                      <a:pt x="8591" y="6763"/>
                      <a:pt x="8591" y="6772"/>
                      <a:pt x="8591" y="6780"/>
                    </a:cubicBezTo>
                    <a:lnTo>
                      <a:pt x="8591" y="6780"/>
                    </a:lnTo>
                    <a:cubicBezTo>
                      <a:pt x="8591" y="6789"/>
                      <a:pt x="8591" y="6798"/>
                      <a:pt x="8591" y="6807"/>
                    </a:cubicBezTo>
                    <a:lnTo>
                      <a:pt x="8591" y="6807"/>
                    </a:lnTo>
                    <a:lnTo>
                      <a:pt x="6075" y="8707"/>
                    </a:lnTo>
                    <a:cubicBezTo>
                      <a:pt x="6075" y="8707"/>
                      <a:pt x="6066" y="8707"/>
                      <a:pt x="6066" y="8707"/>
                    </a:cubicBezTo>
                    <a:lnTo>
                      <a:pt x="6066" y="8707"/>
                    </a:lnTo>
                    <a:lnTo>
                      <a:pt x="6423" y="7209"/>
                    </a:lnTo>
                    <a:cubicBezTo>
                      <a:pt x="6423" y="7209"/>
                      <a:pt x="6423" y="7209"/>
                      <a:pt x="6423" y="7209"/>
                    </a:cubicBezTo>
                    <a:lnTo>
                      <a:pt x="6423" y="7209"/>
                    </a:lnTo>
                    <a:cubicBezTo>
                      <a:pt x="6477" y="7209"/>
                      <a:pt x="6521" y="7164"/>
                      <a:pt x="6521" y="7111"/>
                    </a:cubicBezTo>
                    <a:lnTo>
                      <a:pt x="6521" y="7111"/>
                    </a:lnTo>
                    <a:cubicBezTo>
                      <a:pt x="6521" y="7075"/>
                      <a:pt x="6504" y="7039"/>
                      <a:pt x="6477" y="7021"/>
                    </a:cubicBezTo>
                    <a:lnTo>
                      <a:pt x="6477" y="7021"/>
                    </a:lnTo>
                    <a:lnTo>
                      <a:pt x="6762" y="5755"/>
                    </a:lnTo>
                    <a:cubicBezTo>
                      <a:pt x="6762" y="5755"/>
                      <a:pt x="6762" y="5755"/>
                      <a:pt x="6762" y="5755"/>
                    </a:cubicBezTo>
                    <a:lnTo>
                      <a:pt x="6762" y="5755"/>
                    </a:lnTo>
                    <a:cubicBezTo>
                      <a:pt x="6789" y="5755"/>
                      <a:pt x="6807" y="5746"/>
                      <a:pt x="6825" y="5728"/>
                    </a:cubicBezTo>
                    <a:moveTo>
                      <a:pt x="2596" y="7512"/>
                    </a:moveTo>
                    <a:cubicBezTo>
                      <a:pt x="2596" y="7512"/>
                      <a:pt x="2596" y="7512"/>
                      <a:pt x="2596" y="7512"/>
                    </a:cubicBezTo>
                    <a:lnTo>
                      <a:pt x="2596" y="7512"/>
                    </a:lnTo>
                    <a:cubicBezTo>
                      <a:pt x="2596" y="7458"/>
                      <a:pt x="2560" y="7423"/>
                      <a:pt x="2516" y="7414"/>
                    </a:cubicBezTo>
                    <a:lnTo>
                      <a:pt x="2516" y="7414"/>
                    </a:lnTo>
                    <a:lnTo>
                      <a:pt x="2382" y="6326"/>
                    </a:lnTo>
                    <a:cubicBezTo>
                      <a:pt x="2400" y="6317"/>
                      <a:pt x="2409" y="6308"/>
                      <a:pt x="2418" y="6299"/>
                    </a:cubicBezTo>
                    <a:lnTo>
                      <a:pt x="2418" y="6299"/>
                    </a:lnTo>
                    <a:lnTo>
                      <a:pt x="6316" y="7119"/>
                    </a:lnTo>
                    <a:lnTo>
                      <a:pt x="4113" y="8003"/>
                    </a:lnTo>
                    <a:cubicBezTo>
                      <a:pt x="4095" y="7976"/>
                      <a:pt x="4068" y="7967"/>
                      <a:pt x="4032" y="7967"/>
                    </a:cubicBezTo>
                    <a:lnTo>
                      <a:pt x="4032" y="7967"/>
                    </a:lnTo>
                    <a:cubicBezTo>
                      <a:pt x="4006" y="7967"/>
                      <a:pt x="3979" y="7976"/>
                      <a:pt x="3961" y="8003"/>
                    </a:cubicBezTo>
                    <a:lnTo>
                      <a:pt x="3961" y="8003"/>
                    </a:lnTo>
                    <a:close/>
                    <a:moveTo>
                      <a:pt x="4131" y="8074"/>
                    </a:moveTo>
                    <a:cubicBezTo>
                      <a:pt x="4131" y="8065"/>
                      <a:pt x="4131" y="8065"/>
                      <a:pt x="4131" y="8065"/>
                    </a:cubicBezTo>
                    <a:lnTo>
                      <a:pt x="4131" y="8065"/>
                    </a:lnTo>
                    <a:cubicBezTo>
                      <a:pt x="4131" y="8065"/>
                      <a:pt x="4131" y="8056"/>
                      <a:pt x="4131" y="8056"/>
                    </a:cubicBezTo>
                    <a:lnTo>
                      <a:pt x="4131" y="8056"/>
                    </a:lnTo>
                    <a:lnTo>
                      <a:pt x="6343" y="7173"/>
                    </a:lnTo>
                    <a:cubicBezTo>
                      <a:pt x="6352" y="7173"/>
                      <a:pt x="6352" y="7182"/>
                      <a:pt x="6361" y="7182"/>
                    </a:cubicBezTo>
                    <a:lnTo>
                      <a:pt x="6361" y="7182"/>
                    </a:lnTo>
                    <a:lnTo>
                      <a:pt x="6004" y="8690"/>
                    </a:lnTo>
                    <a:cubicBezTo>
                      <a:pt x="5977" y="8699"/>
                      <a:pt x="5959" y="8707"/>
                      <a:pt x="5942" y="8725"/>
                    </a:cubicBezTo>
                    <a:lnTo>
                      <a:pt x="5942" y="8725"/>
                    </a:lnTo>
                    <a:close/>
                  </a:path>
                </a:pathLst>
              </a:custGeom>
              <a:gradFill>
                <a:gsLst>
                  <a:gs pos="0">
                    <a:srgbClr val="9101BE"/>
                  </a:gs>
                  <a:gs pos="100000">
                    <a:srgbClr val="4654F0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" name="Google Shape;251;p17">
            <a:extLst>
              <a:ext uri="{FF2B5EF4-FFF2-40B4-BE49-F238E27FC236}">
                <a16:creationId xmlns:a16="http://schemas.microsoft.com/office/drawing/2014/main" id="{0D26D3BF-CB6E-ACF1-321A-C26DF3BF509D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برخی از کاربرد های یادگیری عمیق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14914-51CE-F013-AFF4-AEA9F470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5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3629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6</a:t>
            </a:fld>
            <a:endParaRPr lang="fa-IR" dirty="0"/>
          </a:p>
        </p:txBody>
      </p:sp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C21D2445-643D-DB15-F316-F047AEE4C310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شبکه‌های عصبی : چگونه مغز میتواند الهام بخش باشد؟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BF2409-8358-1FFD-DB43-3FBEEF004F76}"/>
              </a:ext>
            </a:extLst>
          </p:cNvPr>
          <p:cNvSpPr txBox="1"/>
          <p:nvPr/>
        </p:nvSpPr>
        <p:spPr>
          <a:xfrm>
            <a:off x="936172" y="1459896"/>
            <a:ext cx="8316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 logical calculus of the ideas immanent in nervous activity</a:t>
            </a:r>
            <a:r>
              <a:rPr lang="fa-IR" dirty="0">
                <a:latin typeface="+mj-lt"/>
              </a:rPr>
              <a:t> </a:t>
            </a:r>
          </a:p>
          <a:p>
            <a:r>
              <a:rPr lang="fa-IR" dirty="0">
                <a:latin typeface="+mj-lt"/>
              </a:rPr>
              <a:t>by the neurophysiologist Warren McCulloch and the mathematician Walter Pitts</a:t>
            </a:r>
          </a:p>
        </p:txBody>
      </p:sp>
      <p:pic>
        <p:nvPicPr>
          <p:cNvPr id="14" name="Picture 13" descr="A pink and white brain&#10;&#10;AI-generated content may be incorrect.">
            <a:extLst>
              <a:ext uri="{FF2B5EF4-FFF2-40B4-BE49-F238E27FC236}">
                <a16:creationId xmlns:a16="http://schemas.microsoft.com/office/drawing/2014/main" id="{9137A059-75CD-CF0B-A5F9-232DB7538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14" y="2373110"/>
            <a:ext cx="4308301" cy="35341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5DE22B-EE8C-7BD7-30E8-8D6E3F443C19}"/>
              </a:ext>
            </a:extLst>
          </p:cNvPr>
          <p:cNvSpPr txBox="1"/>
          <p:nvPr/>
        </p:nvSpPr>
        <p:spPr>
          <a:xfrm>
            <a:off x="5181600" y="2939857"/>
            <a:ext cx="62241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Shabnam" panose="020B0603030804020204" pitchFamily="34" charset="-78"/>
                <a:cs typeface="Shabnam" panose="020B0603030804020204" pitchFamily="34" charset="-78"/>
              </a:rPr>
              <a:t>تحقیقات این گروه نشان داد که مغز به صورت زیستی چگونه میتواند محاسبات پیچیده را انجام دهد و بر اساس منطق گزاره ای عمل کند این تحقیقات منجر به ساخت اولین شبکه‌های عصبی شد</a:t>
            </a:r>
          </a:p>
        </p:txBody>
      </p:sp>
    </p:spTree>
    <p:extLst>
      <p:ext uri="{BB962C8B-B14F-4D97-AF65-F5344CB8AC3E}">
        <p14:creationId xmlns:p14="http://schemas.microsoft.com/office/powerpoint/2010/main" val="204321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7</a:t>
            </a:fld>
            <a:endParaRPr lang="fa-I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13F71-474F-8E75-180E-3022BB975D8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67020" y="1646794"/>
            <a:ext cx="9057960" cy="43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51;p17">
            <a:extLst>
              <a:ext uri="{FF2B5EF4-FFF2-40B4-BE49-F238E27FC236}">
                <a16:creationId xmlns:a16="http://schemas.microsoft.com/office/drawing/2014/main" id="{53E53FE3-85F0-9D1E-B3B8-EB9607304767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نورون</a:t>
            </a:r>
          </a:p>
        </p:txBody>
      </p:sp>
    </p:spTree>
    <p:extLst>
      <p:ext uri="{BB962C8B-B14F-4D97-AF65-F5344CB8AC3E}">
        <p14:creationId xmlns:p14="http://schemas.microsoft.com/office/powerpoint/2010/main" val="187119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8</a:t>
            </a:fld>
            <a:endParaRPr lang="fa-I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22186D-19A6-BDAC-3726-AB77B7131F7B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848198" y="2525844"/>
            <a:ext cx="9048240" cy="29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51;p17">
            <a:extLst>
              <a:ext uri="{FF2B5EF4-FFF2-40B4-BE49-F238E27FC236}">
                <a16:creationId xmlns:a16="http://schemas.microsoft.com/office/drawing/2014/main" id="{DD97A2AE-2C03-C9B0-194D-13EAFDCF86EE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هزاران نورون ( کورتکس مغز )</a:t>
            </a:r>
          </a:p>
        </p:txBody>
      </p:sp>
    </p:spTree>
    <p:extLst>
      <p:ext uri="{BB962C8B-B14F-4D97-AF65-F5344CB8AC3E}">
        <p14:creationId xmlns:p14="http://schemas.microsoft.com/office/powerpoint/2010/main" val="369555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9</a:t>
            </a:fld>
            <a:endParaRPr lang="fa-IR" dirty="0"/>
          </a:p>
        </p:txBody>
      </p:sp>
      <p:sp>
        <p:nvSpPr>
          <p:cNvPr id="4" name="Google Shape;251;p17">
            <a:extLst>
              <a:ext uri="{FF2B5EF4-FFF2-40B4-BE49-F238E27FC236}">
                <a16:creationId xmlns:a16="http://schemas.microsoft.com/office/drawing/2014/main" id="{DD97A2AE-2C03-C9B0-194D-13EAFDCF86EE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شبکه عصبی</a:t>
            </a:r>
          </a:p>
        </p:txBody>
      </p:sp>
      <p:pic>
        <p:nvPicPr>
          <p:cNvPr id="6" name="Picture 5" descr="A diagram of a brain and brain&#10;&#10;AI-generated content may be incorrect.">
            <a:extLst>
              <a:ext uri="{FF2B5EF4-FFF2-40B4-BE49-F238E27FC236}">
                <a16:creationId xmlns:a16="http://schemas.microsoft.com/office/drawing/2014/main" id="{9F7293C0-09A5-8D7C-6C6A-68F6BF8F9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81" y="1460569"/>
            <a:ext cx="8183037" cy="464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2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10</a:t>
            </a:fld>
            <a:endParaRPr lang="fa-I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DA37C-F4EF-C6D3-AD39-F5ED9B5E99A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15308" y="999000"/>
            <a:ext cx="9000000" cy="48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17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نورون مصنوعی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11</a:t>
            </a:fld>
            <a:endParaRPr lang="fa-IR" dirty="0"/>
          </a:p>
        </p:txBody>
      </p:sp>
      <p:pic>
        <p:nvPicPr>
          <p:cNvPr id="7170" name="Picture 2" descr="نورون مصنوعی">
            <a:extLst>
              <a:ext uri="{FF2B5EF4-FFF2-40B4-BE49-F238E27FC236}">
                <a16:creationId xmlns:a16="http://schemas.microsoft.com/office/drawing/2014/main" id="{D90AF3AB-8130-E52F-193F-01CAB152ED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966"/>
          <a:stretch/>
        </p:blipFill>
        <p:spPr bwMode="auto">
          <a:xfrm>
            <a:off x="3671012" y="1237868"/>
            <a:ext cx="4849976" cy="228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نورون مصنوعی">
            <a:extLst>
              <a:ext uri="{FF2B5EF4-FFF2-40B4-BE49-F238E27FC236}">
                <a16:creationId xmlns:a16="http://schemas.microsoft.com/office/drawing/2014/main" id="{C5E12011-38EC-132D-9847-F8CAB442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751" y="3679046"/>
            <a:ext cx="4567237" cy="224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85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51;p17">
            <a:extLst>
              <a:ext uri="{FF2B5EF4-FFF2-40B4-BE49-F238E27FC236}">
                <a16:creationId xmlns:a16="http://schemas.microsoft.com/office/drawing/2014/main" id="{74C4AD23-7E8F-0773-4547-9805E3517D11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تابع هزینه و گرادیان کاهشی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12</a:t>
            </a:fld>
            <a:endParaRPr lang="fa-IR" dirty="0"/>
          </a:p>
        </p:txBody>
      </p:sp>
      <p:pic>
        <p:nvPicPr>
          <p:cNvPr id="1028" name="Picture 4" descr="یادگیری نورون">
            <a:extLst>
              <a:ext uri="{FF2B5EF4-FFF2-40B4-BE49-F238E27FC236}">
                <a16:creationId xmlns:a16="http://schemas.microsoft.com/office/drawing/2014/main" id="{E90E9410-9AC2-E1FF-A28E-7CC0D35FE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98229"/>
            <a:ext cx="4413971" cy="131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یادگیری نورون">
            <a:extLst>
              <a:ext uri="{FF2B5EF4-FFF2-40B4-BE49-F238E27FC236}">
                <a16:creationId xmlns:a16="http://schemas.microsoft.com/office/drawing/2014/main" id="{CCA5255A-57D1-32B8-E1E0-6AC13638F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308" y="2438401"/>
            <a:ext cx="4636753" cy="3279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شبکه عصبی mlp">
            <a:extLst>
              <a:ext uri="{FF2B5EF4-FFF2-40B4-BE49-F238E27FC236}">
                <a16:creationId xmlns:a16="http://schemas.microsoft.com/office/drawing/2014/main" id="{F82D7F1F-BDA6-CC84-080E-DA277557B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692" y="1895476"/>
            <a:ext cx="609600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5DF3D1-1A9C-61A4-CDDE-D66B4B5719A8}"/>
              </a:ext>
            </a:extLst>
          </p:cNvPr>
          <p:cNvSpPr txBox="1"/>
          <p:nvPr/>
        </p:nvSpPr>
        <p:spPr>
          <a:xfrm>
            <a:off x="1274618" y="58917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>
                <a:latin typeface="+mj-lt"/>
                <a:hlinkClick r:id="rId6"/>
              </a:rPr>
              <a:t>https://mlu-explain.github.io/neural-networks/</a:t>
            </a:r>
            <a:endParaRPr lang="fa-I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8654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51;p17">
            <a:extLst>
              <a:ext uri="{FF2B5EF4-FFF2-40B4-BE49-F238E27FC236}">
                <a16:creationId xmlns:a16="http://schemas.microsoft.com/office/drawing/2014/main" id="{74C4AD23-7E8F-0773-4547-9805E3517D11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دست به کد : </a:t>
            </a:r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Perceptron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13</a:t>
            </a:fld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7760C-523B-8E01-F3D0-7A384FF538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51415" y="1406412"/>
            <a:ext cx="7516040" cy="4045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637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MLP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14</a:t>
            </a:fld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31DE0-7CCE-B53C-C2DB-F714F59604C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86160" y="1676351"/>
            <a:ext cx="6619679" cy="4123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968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15</a:t>
            </a:fld>
            <a:endParaRPr lang="fa-I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E07A7-EF36-DEB5-6AFD-BDF9E817F3F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04780" y="1490834"/>
            <a:ext cx="8182440" cy="41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51;p17">
            <a:extLst>
              <a:ext uri="{FF2B5EF4-FFF2-40B4-BE49-F238E27FC236}">
                <a16:creationId xmlns:a16="http://schemas.microsoft.com/office/drawing/2014/main" id="{FE37774E-299D-C7F9-42EC-3E4B1281C7E5}"/>
              </a:ext>
            </a:extLst>
          </p:cNvPr>
          <p:cNvSpPr txBox="1"/>
          <p:nvPr/>
        </p:nvSpPr>
        <p:spPr>
          <a:xfrm flipH="1">
            <a:off x="2403815" y="7726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توابع فعال ساز</a:t>
            </a:r>
          </a:p>
        </p:txBody>
      </p:sp>
    </p:spTree>
    <p:extLst>
      <p:ext uri="{BB962C8B-B14F-4D97-AF65-F5344CB8AC3E}">
        <p14:creationId xmlns:p14="http://schemas.microsoft.com/office/powerpoint/2010/main" val="103850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16</a:t>
            </a:fld>
            <a:endParaRPr lang="fa-IR" dirty="0"/>
          </a:p>
        </p:txBody>
      </p:sp>
      <p:pic>
        <p:nvPicPr>
          <p:cNvPr id="1026" name="Picture 2" descr="Frame-13">
            <a:extLst>
              <a:ext uri="{FF2B5EF4-FFF2-40B4-BE49-F238E27FC236}">
                <a16:creationId xmlns:a16="http://schemas.microsoft.com/office/drawing/2014/main" id="{4F3BEC20-7B2A-8A59-2808-AC6825607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13" y="1282535"/>
            <a:ext cx="7258512" cy="463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ED106D-E0CC-474D-FAA4-C73EC1622FB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626896" y="4358244"/>
            <a:ext cx="5035454" cy="18795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51;p17">
            <a:extLst>
              <a:ext uri="{FF2B5EF4-FFF2-40B4-BE49-F238E27FC236}">
                <a16:creationId xmlns:a16="http://schemas.microsoft.com/office/drawing/2014/main" id="{1A3012CC-0975-0674-5176-D40DDB9D21DB}"/>
              </a:ext>
            </a:extLst>
          </p:cNvPr>
          <p:cNvSpPr txBox="1"/>
          <p:nvPr/>
        </p:nvSpPr>
        <p:spPr>
          <a:xfrm flipH="1">
            <a:off x="2403815" y="7726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Backpropagation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610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Classification vs Regression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17</a:t>
            </a:fld>
            <a:endParaRPr lang="fa-I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16EDDA-FC8B-BB1E-71F7-57FD85D47E9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16360" y="1425253"/>
            <a:ext cx="7559279" cy="4387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425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en-US" sz="2400" b="1" dirty="0" err="1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Softmax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18</a:t>
            </a:fld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EE6B9-F37A-7EE5-EF15-B0317C87DF6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48240" y="1571760"/>
            <a:ext cx="6095519" cy="3714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283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Cross Entropy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19</a:t>
            </a:fld>
            <a:endParaRPr lang="fa-I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35D16D-A0F6-D583-6AB6-B33092C852D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946000" y="1878840"/>
            <a:ext cx="6300000" cy="310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282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دست به کد : </a:t>
            </a:r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MNIST </a:t>
            </a:r>
            <a:r>
              <a:rPr lang="en-US" sz="2400" b="1" dirty="0" err="1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Classifcation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20</a:t>
            </a:fld>
            <a:endParaRPr lang="fa-I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A27E4F-F6D5-96AA-F27F-68BC5147E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26" y="1799981"/>
            <a:ext cx="4776947" cy="32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28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دست به کد : </a:t>
            </a:r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California Housing Regression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21</a:t>
            </a:fld>
            <a:endParaRPr lang="fa-I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A27E4F-F6D5-96AA-F27F-68BC5147E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26" y="1799981"/>
            <a:ext cx="4776947" cy="32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60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دست به کد : </a:t>
            </a:r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Sequential API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22</a:t>
            </a:fld>
            <a:endParaRPr lang="fa-I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A27E4F-F6D5-96AA-F27F-68BC5147E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26" y="1799981"/>
            <a:ext cx="4776947" cy="32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56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Wide &amp; Deep Learning for Recommender Systems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23</a:t>
            </a:fld>
            <a:endParaRPr lang="fa-IR" dirty="0"/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4E30460D-62C6-46EA-648C-52BFE66D7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485" y="1354740"/>
            <a:ext cx="4810796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0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دست به کد : </a:t>
            </a:r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Functional API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24</a:t>
            </a:fld>
            <a:endParaRPr lang="fa-I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A27E4F-F6D5-96AA-F27F-68BC5147E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26" y="1799981"/>
            <a:ext cx="4776947" cy="32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12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دست به کد : ذخیره و بازیابی مدل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25</a:t>
            </a:fld>
            <a:endParaRPr lang="fa-I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A27E4F-F6D5-96AA-F27F-68BC5147E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26" y="1799981"/>
            <a:ext cx="4776947" cy="32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82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دست به کد : </a:t>
            </a:r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Callbacks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26</a:t>
            </a:fld>
            <a:endParaRPr lang="fa-I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A27E4F-F6D5-96AA-F27F-68BC5147E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26" y="1799981"/>
            <a:ext cx="4776947" cy="32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64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4CA7A403-D346-53AE-9A10-59B26DF298DA}"/>
              </a:ext>
            </a:extLst>
          </p:cNvPr>
          <p:cNvSpPr txBox="1"/>
          <p:nvPr/>
        </p:nvSpPr>
        <p:spPr>
          <a:xfrm flipH="1">
            <a:off x="2251415" y="620213"/>
            <a:ext cx="768917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1"/>
            <a:r>
              <a:rPr lang="fa-IR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دست به کد : </a:t>
            </a:r>
            <a:r>
              <a:rPr lang="en-US" sz="2400" b="1" dirty="0" err="1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TensorBoard</a:t>
            </a:r>
            <a:r>
              <a:rPr lang="en-US" sz="2400" b="1" dirty="0">
                <a:solidFill>
                  <a:srgbClr val="434343"/>
                </a:solidFill>
                <a:latin typeface="Shabnam" panose="020B0603030804020204" pitchFamily="34" charset="-78"/>
                <a:ea typeface="Roboto"/>
                <a:cs typeface="Shabnam" panose="020B0603030804020204" pitchFamily="34" charset="-78"/>
                <a:sym typeface="Roboto"/>
              </a:rPr>
              <a:t> for Visualization</a:t>
            </a:r>
            <a:endParaRPr lang="fa-IR" sz="2400" b="1" dirty="0">
              <a:solidFill>
                <a:srgbClr val="434343"/>
              </a:solidFill>
              <a:latin typeface="Shabnam" panose="020B0603030804020204" pitchFamily="34" charset="-78"/>
              <a:ea typeface="Roboto"/>
              <a:cs typeface="Shabnam" panose="020B0603030804020204" pitchFamily="34" charset="-78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B7970-A4A4-E4A9-3E65-9B457C6E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EDD-564D-4777-BFE6-BEAE81D98DB3}" type="slidenum">
              <a:rPr lang="fa-IR" smtClean="0"/>
              <a:pPr/>
              <a:t>27</a:t>
            </a:fld>
            <a:endParaRPr lang="fa-I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A27E4F-F6D5-96AA-F27F-68BC5147E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26" y="1799981"/>
            <a:ext cx="4776947" cy="32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44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قالب پاورپوینت هوش مصنوعی - جیب استو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7">
      <a:majorFont>
        <a:latin typeface="Calibri Light"/>
        <a:ea typeface=""/>
        <a:cs typeface="B Titr"/>
      </a:majorFont>
      <a:minorFont>
        <a:latin typeface="B Titr"/>
        <a:ea typeface=""/>
        <a:cs typeface="B Tit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295</Words>
  <Application>Microsoft Office PowerPoint</Application>
  <PresentationFormat>Widescreen</PresentationFormat>
  <Paragraphs>93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Shabnam</vt:lpstr>
      <vt:lpstr>B Titr</vt:lpstr>
      <vt:lpstr>Calibri Light</vt:lpstr>
      <vt:lpstr>Arial</vt:lpstr>
      <vt:lpstr>قالب پاورپوینت هوش مصنوعی - جیب استور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EbrahimPn</dc:creator>
  <cp:lastModifiedBy>Amin Zarin</cp:lastModifiedBy>
  <cp:revision>103</cp:revision>
  <dcterms:created xsi:type="dcterms:W3CDTF">2024-02-03T06:26:05Z</dcterms:created>
  <dcterms:modified xsi:type="dcterms:W3CDTF">2025-03-28T12:15:43Z</dcterms:modified>
</cp:coreProperties>
</file>